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3" r:id="rId2"/>
    <p:sldId id="262" r:id="rId3"/>
    <p:sldId id="266" r:id="rId4"/>
    <p:sldId id="260" r:id="rId5"/>
    <p:sldId id="264" r:id="rId6"/>
    <p:sldId id="265" r:id="rId7"/>
    <p:sldId id="267" r:id="rId8"/>
    <p:sldId id="268" r:id="rId9"/>
  </p:sldIdLst>
  <p:sldSz cx="9906000" cy="6858000" type="A4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スタイルなし、表のグリッド線なし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>
        <p:scale>
          <a:sx n="150" d="100"/>
          <a:sy n="150" d="100"/>
        </p:scale>
        <p:origin x="696" y="25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742950" y="2130430"/>
            <a:ext cx="8420100" cy="1470025"/>
          </a:xfrm>
        </p:spPr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189" indent="0" algn="ctr">
              <a:buNone/>
              <a:defRPr/>
            </a:lvl2pPr>
            <a:lvl3pPr marL="914377" indent="0" algn="ctr">
              <a:buNone/>
              <a:defRPr/>
            </a:lvl3pPr>
            <a:lvl4pPr marL="1371566" indent="0" algn="ctr">
              <a:buNone/>
              <a:defRPr/>
            </a:lvl4pPr>
            <a:lvl5pPr marL="1828754" indent="0" algn="ctr">
              <a:buNone/>
              <a:defRPr/>
            </a:lvl5pPr>
            <a:lvl6pPr marL="2285943" indent="0" algn="ctr">
              <a:buNone/>
              <a:defRPr/>
            </a:lvl6pPr>
            <a:lvl7pPr marL="2743131" indent="0" algn="ctr">
              <a:buNone/>
              <a:defRPr/>
            </a:lvl7pPr>
            <a:lvl8pPr marL="3200320" indent="0" algn="ctr">
              <a:buNone/>
              <a:defRPr/>
            </a:lvl8pPr>
            <a:lvl9pPr marL="3657509" indent="0" algn="ctr">
              <a:buNone/>
              <a:defRPr/>
            </a:lvl9pPr>
          </a:lstStyle>
          <a:p>
            <a:r>
              <a:rPr lang="ja-JP" altLang="en-US" smtClean="0"/>
              <a:t>マスタ サブタイトルの書式設定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E5C3615-0E5A-4755-A8F1-01E5401FC26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349843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006AC76-1F8E-4B7C-BD36-18BC2B26DE7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279906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782506" y="4406905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782506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189" indent="0">
              <a:buNone/>
              <a:defRPr sz="1800"/>
            </a:lvl2pPr>
            <a:lvl3pPr marL="914377" indent="0">
              <a:buNone/>
              <a:defRPr sz="1600"/>
            </a:lvl3pPr>
            <a:lvl4pPr marL="1371566" indent="0">
              <a:buNone/>
              <a:defRPr sz="1400"/>
            </a:lvl4pPr>
            <a:lvl5pPr marL="1828754" indent="0">
              <a:buNone/>
              <a:defRPr sz="1400"/>
            </a:lvl5pPr>
            <a:lvl6pPr marL="2285943" indent="0">
              <a:buNone/>
              <a:defRPr sz="1400"/>
            </a:lvl6pPr>
            <a:lvl7pPr marL="2743131" indent="0">
              <a:buNone/>
              <a:defRPr sz="1400"/>
            </a:lvl7pPr>
            <a:lvl8pPr marL="3200320" indent="0">
              <a:buNone/>
              <a:defRPr sz="1400"/>
            </a:lvl8pPr>
            <a:lvl9pPr marL="3657509" indent="0">
              <a:buNone/>
              <a:defRPr sz="14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B36D7E-6017-4269-905A-0A29B7C77A84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9307735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sz="half" idx="1"/>
          </p:nvPr>
        </p:nvSpPr>
        <p:spPr>
          <a:xfrm>
            <a:off x="908050" y="19050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5200650" y="1905000"/>
            <a:ext cx="41275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BD5DDB-B785-4739-ACB9-17C6F23D9849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3368051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テキスト プレースホル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87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4" name="コンテンツ プレースホル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87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5" name="テキスト プレースホルダ 4"/>
          <p:cNvSpPr>
            <a:spLocks noGrp="1"/>
          </p:cNvSpPr>
          <p:nvPr>
            <p:ph type="body" sz="quarter" idx="3"/>
          </p:nvPr>
        </p:nvSpPr>
        <p:spPr>
          <a:xfrm>
            <a:off x="5032113" y="1535113"/>
            <a:ext cx="4378590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6" name="コンテンツ プレースホルダ 5"/>
          <p:cNvSpPr>
            <a:spLocks noGrp="1"/>
          </p:cNvSpPr>
          <p:nvPr>
            <p:ph sz="quarter" idx="4"/>
          </p:nvPr>
        </p:nvSpPr>
        <p:spPr>
          <a:xfrm>
            <a:off x="5032113" y="2174875"/>
            <a:ext cx="437859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7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B9229-6A2D-4D4F-83F7-03D779B18FD7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3976869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E94470-76E1-4646-8561-7B2DAFA2DB36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5641297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コンテンツ プレースホルダー 8"/>
          <p:cNvSpPr>
            <a:spLocks noGrp="1"/>
          </p:cNvSpPr>
          <p:nvPr>
            <p:ph sz="quarter" idx="13"/>
          </p:nvPr>
        </p:nvSpPr>
        <p:spPr>
          <a:xfrm>
            <a:off x="8598958" y="6248400"/>
            <a:ext cx="990600" cy="914400"/>
          </a:xfrm>
        </p:spPr>
        <p:txBody>
          <a:bodyPr/>
          <a:lstStyle/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3" name="Rectangle 65"/>
          <p:cNvSpPr>
            <a:spLocks noGrp="1" noChangeArrowheads="1"/>
          </p:cNvSpPr>
          <p:nvPr>
            <p:ph type="dt" sz="half" idx="14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6"/>
          <p:cNvSpPr>
            <a:spLocks noGrp="1" noChangeArrowheads="1"/>
          </p:cNvSpPr>
          <p:nvPr>
            <p:ph type="ftr" sz="quarter" idx="15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7"/>
          <p:cNvSpPr>
            <a:spLocks noGrp="1" noChangeArrowheads="1"/>
          </p:cNvSpPr>
          <p:nvPr>
            <p:ph type="sldNum" sz="quarter" idx="16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EBFB99-1EAE-4C40-B3B9-92DDA8E6F51A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242946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495303" y="273050"/>
            <a:ext cx="3259006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>
          <a:xfrm>
            <a:off x="3872971" y="273055"/>
            <a:ext cx="5537729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495303" y="1435103"/>
            <a:ext cx="3259006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65F9153-CC07-4A4F-A2DA-ECD04E797700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738486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1941645" y="4800600"/>
            <a:ext cx="59436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図プレースホルダ 2"/>
          <p:cNvSpPr>
            <a:spLocks noGrp="1"/>
          </p:cNvSpPr>
          <p:nvPr>
            <p:ph type="pic" idx="1"/>
          </p:nvPr>
        </p:nvSpPr>
        <p:spPr>
          <a:xfrm>
            <a:off x="1941645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7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1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ja-JP" altLang="en-US" noProof="0" smtClean="0"/>
          </a:p>
        </p:txBody>
      </p:sp>
      <p:sp>
        <p:nvSpPr>
          <p:cNvPr id="4" name="テキスト プレースホルダ 3"/>
          <p:cNvSpPr>
            <a:spLocks noGrp="1"/>
          </p:cNvSpPr>
          <p:nvPr>
            <p:ph type="body" sz="half" idx="2"/>
          </p:nvPr>
        </p:nvSpPr>
        <p:spPr>
          <a:xfrm>
            <a:off x="1941645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7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1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ja-JP" altLang="en-US" smtClean="0"/>
              <a:t>マスタ テキストの書式設定</a:t>
            </a:r>
          </a:p>
        </p:txBody>
      </p:sp>
      <p:sp>
        <p:nvSpPr>
          <p:cNvPr id="5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13198C1-EFA2-4041-93A6-FB7C61DA59EC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9200526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F29FBF8-264F-41AB-8649-BBF270C0E873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843210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7161212" y="304800"/>
            <a:ext cx="2166938" cy="5715000"/>
          </a:xfrm>
        </p:spPr>
        <p:txBody>
          <a:bodyPr vert="eaVert"/>
          <a:lstStyle/>
          <a:p>
            <a:r>
              <a:rPr lang="ja-JP" altLang="en-US" smtClean="0"/>
              <a:t>マスタ タイトルの書式設定</a:t>
            </a:r>
            <a:endParaRPr lang="ja-JP" altLang="en-US"/>
          </a:p>
        </p:txBody>
      </p:sp>
      <p:sp>
        <p:nvSpPr>
          <p:cNvPr id="3" name="縦書きテキスト プレースホルダ 2"/>
          <p:cNvSpPr>
            <a:spLocks noGrp="1"/>
          </p:cNvSpPr>
          <p:nvPr>
            <p:ph type="body" orient="vert" idx="1"/>
          </p:nvPr>
        </p:nvSpPr>
        <p:spPr>
          <a:xfrm>
            <a:off x="660400" y="304800"/>
            <a:ext cx="6335713" cy="5715000"/>
          </a:xfrm>
        </p:spPr>
        <p:txBody>
          <a:bodyPr vert="eaVert"/>
          <a:lstStyle/>
          <a:p>
            <a:pPr lvl="0"/>
            <a:r>
              <a:rPr lang="ja-JP" altLang="en-US" smtClean="0"/>
              <a:t>マスタ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  <a:p>
            <a:pPr lvl="2"/>
            <a:r>
              <a:rPr lang="ja-JP" altLang="en-US" smtClean="0"/>
              <a:t>第 </a:t>
            </a:r>
            <a:r>
              <a:rPr lang="en-US" altLang="ja-JP" smtClean="0"/>
              <a:t>3 </a:t>
            </a:r>
            <a:r>
              <a:rPr lang="ja-JP" altLang="en-US" smtClean="0"/>
              <a:t>レベル</a:t>
            </a:r>
          </a:p>
          <a:p>
            <a:pPr lvl="3"/>
            <a:r>
              <a:rPr lang="ja-JP" altLang="en-US" smtClean="0"/>
              <a:t>第 </a:t>
            </a:r>
            <a:r>
              <a:rPr lang="en-US" altLang="ja-JP" smtClean="0"/>
              <a:t>4 </a:t>
            </a:r>
            <a:r>
              <a:rPr lang="ja-JP" altLang="en-US" smtClean="0"/>
              <a:t>レベル</a:t>
            </a:r>
          </a:p>
          <a:p>
            <a:pPr lvl="4"/>
            <a:r>
              <a:rPr lang="ja-JP" altLang="en-US" smtClean="0"/>
              <a:t>第 </a:t>
            </a:r>
            <a:r>
              <a:rPr lang="en-US" altLang="ja-JP" smtClean="0"/>
              <a:t>5 </a:t>
            </a:r>
            <a:r>
              <a:rPr lang="ja-JP" altLang="en-US" smtClean="0"/>
              <a:t>レベル</a:t>
            </a:r>
            <a:endParaRPr lang="ja-JP" altLang="en-US"/>
          </a:p>
        </p:txBody>
      </p:sp>
      <p:sp>
        <p:nvSpPr>
          <p:cNvPr id="4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77B30E-3212-44D8-9206-F4ABCBB13C42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40662847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1_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5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66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7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D345394-295A-4A17-A113-5A2C419B6A6E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2030199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2"/>
          <p:cNvGrpSpPr>
            <a:grpSpLocks/>
          </p:cNvGrpSpPr>
          <p:nvPr/>
        </p:nvGrpSpPr>
        <p:grpSpPr bwMode="auto">
          <a:xfrm>
            <a:off x="0" y="0"/>
            <a:ext cx="9906000" cy="6858000"/>
            <a:chOff x="0" y="0"/>
            <a:chExt cx="5760" cy="4320"/>
          </a:xfrm>
        </p:grpSpPr>
        <p:grpSp>
          <p:nvGrpSpPr>
            <p:cNvPr id="1032" name="Group 3"/>
            <p:cNvGrpSpPr>
              <a:grpSpLocks/>
            </p:cNvGrpSpPr>
            <p:nvPr/>
          </p:nvGrpSpPr>
          <p:grpSpPr bwMode="auto">
            <a:xfrm>
              <a:off x="0" y="0"/>
              <a:ext cx="5760" cy="4320"/>
              <a:chOff x="0" y="0"/>
              <a:chExt cx="5760" cy="4320"/>
            </a:xfrm>
          </p:grpSpPr>
          <p:grpSp>
            <p:nvGrpSpPr>
              <p:cNvPr id="1039" name="Group 4"/>
              <p:cNvGrpSpPr>
                <a:grpSpLocks/>
              </p:cNvGrpSpPr>
              <p:nvPr/>
            </p:nvGrpSpPr>
            <p:grpSpPr bwMode="auto">
              <a:xfrm>
                <a:off x="0" y="192"/>
                <a:ext cx="5760" cy="4032"/>
                <a:chOff x="0" y="0"/>
                <a:chExt cx="5760" cy="4032"/>
              </a:xfrm>
            </p:grpSpPr>
            <p:sp>
              <p:nvSpPr>
                <p:cNvPr id="1070" name="Line 5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1" name="Line 6"/>
                <p:cNvSpPr>
                  <a:spLocks noChangeShapeType="1"/>
                </p:cNvSpPr>
                <p:nvPr/>
              </p:nvSpPr>
              <p:spPr bwMode="auto">
                <a:xfrm>
                  <a:off x="0" y="19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2" name="Line 7"/>
                <p:cNvSpPr>
                  <a:spLocks noChangeShapeType="1"/>
                </p:cNvSpPr>
                <p:nvPr/>
              </p:nvSpPr>
              <p:spPr bwMode="auto">
                <a:xfrm>
                  <a:off x="0" y="38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3" name="Line 8"/>
                <p:cNvSpPr>
                  <a:spLocks noChangeShapeType="1"/>
                </p:cNvSpPr>
                <p:nvPr/>
              </p:nvSpPr>
              <p:spPr bwMode="auto">
                <a:xfrm>
                  <a:off x="0" y="57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4" name="Line 9"/>
                <p:cNvSpPr>
                  <a:spLocks noChangeShapeType="1"/>
                </p:cNvSpPr>
                <p:nvPr/>
              </p:nvSpPr>
              <p:spPr bwMode="auto">
                <a:xfrm>
                  <a:off x="0" y="76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5" name="Line 10"/>
                <p:cNvSpPr>
                  <a:spLocks noChangeShapeType="1"/>
                </p:cNvSpPr>
                <p:nvPr/>
              </p:nvSpPr>
              <p:spPr bwMode="auto">
                <a:xfrm>
                  <a:off x="0" y="96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6" name="Line 11"/>
                <p:cNvSpPr>
                  <a:spLocks noChangeShapeType="1"/>
                </p:cNvSpPr>
                <p:nvPr/>
              </p:nvSpPr>
              <p:spPr bwMode="auto">
                <a:xfrm>
                  <a:off x="0" y="115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7" name="Line 12"/>
                <p:cNvSpPr>
                  <a:spLocks noChangeShapeType="1"/>
                </p:cNvSpPr>
                <p:nvPr/>
              </p:nvSpPr>
              <p:spPr bwMode="auto">
                <a:xfrm>
                  <a:off x="0" y="134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8" name="Line 13"/>
                <p:cNvSpPr>
                  <a:spLocks noChangeShapeType="1"/>
                </p:cNvSpPr>
                <p:nvPr/>
              </p:nvSpPr>
              <p:spPr bwMode="auto">
                <a:xfrm>
                  <a:off x="0" y="153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79" name="Line 14"/>
                <p:cNvSpPr>
                  <a:spLocks noChangeShapeType="1"/>
                </p:cNvSpPr>
                <p:nvPr/>
              </p:nvSpPr>
              <p:spPr bwMode="auto">
                <a:xfrm>
                  <a:off x="0" y="172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0" name="Line 15"/>
                <p:cNvSpPr>
                  <a:spLocks noChangeShapeType="1"/>
                </p:cNvSpPr>
                <p:nvPr/>
              </p:nvSpPr>
              <p:spPr bwMode="auto">
                <a:xfrm>
                  <a:off x="0" y="192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1" name="Line 16"/>
                <p:cNvSpPr>
                  <a:spLocks noChangeShapeType="1"/>
                </p:cNvSpPr>
                <p:nvPr/>
              </p:nvSpPr>
              <p:spPr bwMode="auto">
                <a:xfrm>
                  <a:off x="0" y="211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2" name="Line 17"/>
                <p:cNvSpPr>
                  <a:spLocks noChangeShapeType="1"/>
                </p:cNvSpPr>
                <p:nvPr/>
              </p:nvSpPr>
              <p:spPr bwMode="auto">
                <a:xfrm>
                  <a:off x="0" y="230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3" name="Line 18"/>
                <p:cNvSpPr>
                  <a:spLocks noChangeShapeType="1"/>
                </p:cNvSpPr>
                <p:nvPr/>
              </p:nvSpPr>
              <p:spPr bwMode="auto">
                <a:xfrm>
                  <a:off x="0" y="249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4" name="Line 19"/>
                <p:cNvSpPr>
                  <a:spLocks noChangeShapeType="1"/>
                </p:cNvSpPr>
                <p:nvPr/>
              </p:nvSpPr>
              <p:spPr bwMode="auto">
                <a:xfrm>
                  <a:off x="0" y="268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5" name="Line 20"/>
                <p:cNvSpPr>
                  <a:spLocks noChangeShapeType="1"/>
                </p:cNvSpPr>
                <p:nvPr/>
              </p:nvSpPr>
              <p:spPr bwMode="auto">
                <a:xfrm>
                  <a:off x="0" y="288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6" name="Line 21"/>
                <p:cNvSpPr>
                  <a:spLocks noChangeShapeType="1"/>
                </p:cNvSpPr>
                <p:nvPr/>
              </p:nvSpPr>
              <p:spPr bwMode="auto">
                <a:xfrm>
                  <a:off x="0" y="307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7" name="Line 22"/>
                <p:cNvSpPr>
                  <a:spLocks noChangeShapeType="1"/>
                </p:cNvSpPr>
                <p:nvPr/>
              </p:nvSpPr>
              <p:spPr bwMode="auto">
                <a:xfrm>
                  <a:off x="0" y="3264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88" name="Line 23"/>
                <p:cNvSpPr>
                  <a:spLocks noChangeShapeType="1"/>
                </p:cNvSpPr>
                <p:nvPr/>
              </p:nvSpPr>
              <p:spPr bwMode="auto">
                <a:xfrm>
                  <a:off x="0" y="3456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2" name="Line 24"/>
                <p:cNvSpPr>
                  <a:spLocks noChangeShapeType="1"/>
                </p:cNvSpPr>
                <p:nvPr/>
              </p:nvSpPr>
              <p:spPr bwMode="auto">
                <a:xfrm>
                  <a:off x="0" y="3648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3" name="Line 25"/>
                <p:cNvSpPr>
                  <a:spLocks noChangeShapeType="1"/>
                </p:cNvSpPr>
                <p:nvPr/>
              </p:nvSpPr>
              <p:spPr bwMode="auto">
                <a:xfrm>
                  <a:off x="0" y="3840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4" name="Line 26"/>
                <p:cNvSpPr>
                  <a:spLocks noChangeShapeType="1"/>
                </p:cNvSpPr>
                <p:nvPr/>
              </p:nvSpPr>
              <p:spPr bwMode="auto">
                <a:xfrm>
                  <a:off x="0" y="4032"/>
                  <a:ext cx="5760" cy="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</p:grpSp>
          <p:grpSp>
            <p:nvGrpSpPr>
              <p:cNvPr id="1040" name="Group 27"/>
              <p:cNvGrpSpPr>
                <a:grpSpLocks/>
              </p:cNvGrpSpPr>
              <p:nvPr/>
            </p:nvGrpSpPr>
            <p:grpSpPr bwMode="auto">
              <a:xfrm>
                <a:off x="192" y="0"/>
                <a:ext cx="5376" cy="4320"/>
                <a:chOff x="0" y="0"/>
                <a:chExt cx="5376" cy="4320"/>
              </a:xfrm>
            </p:grpSpPr>
            <p:sp>
              <p:nvSpPr>
                <p:cNvPr id="1041" name="Line 28"/>
                <p:cNvSpPr>
                  <a:spLocks noChangeShapeType="1"/>
                </p:cNvSpPr>
                <p:nvPr/>
              </p:nvSpPr>
              <p:spPr bwMode="auto">
                <a:xfrm>
                  <a:off x="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2" name="Line 29"/>
                <p:cNvSpPr>
                  <a:spLocks noChangeShapeType="1"/>
                </p:cNvSpPr>
                <p:nvPr/>
              </p:nvSpPr>
              <p:spPr bwMode="auto">
                <a:xfrm>
                  <a:off x="1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3" name="Line 30"/>
                <p:cNvSpPr>
                  <a:spLocks noChangeShapeType="1"/>
                </p:cNvSpPr>
                <p:nvPr/>
              </p:nvSpPr>
              <p:spPr bwMode="auto">
                <a:xfrm>
                  <a:off x="3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4" name="Line 31"/>
                <p:cNvSpPr>
                  <a:spLocks noChangeShapeType="1"/>
                </p:cNvSpPr>
                <p:nvPr/>
              </p:nvSpPr>
              <p:spPr bwMode="auto">
                <a:xfrm>
                  <a:off x="5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5" name="Line 32"/>
                <p:cNvSpPr>
                  <a:spLocks noChangeShapeType="1"/>
                </p:cNvSpPr>
                <p:nvPr/>
              </p:nvSpPr>
              <p:spPr bwMode="auto">
                <a:xfrm>
                  <a:off x="76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6" name="Line 33"/>
                <p:cNvSpPr>
                  <a:spLocks noChangeShapeType="1"/>
                </p:cNvSpPr>
                <p:nvPr/>
              </p:nvSpPr>
              <p:spPr bwMode="auto">
                <a:xfrm>
                  <a:off x="96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7" name="Line 34"/>
                <p:cNvSpPr>
                  <a:spLocks noChangeShapeType="1"/>
                </p:cNvSpPr>
                <p:nvPr/>
              </p:nvSpPr>
              <p:spPr bwMode="auto">
                <a:xfrm>
                  <a:off x="115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8" name="Line 35"/>
                <p:cNvSpPr>
                  <a:spLocks noChangeShapeType="1"/>
                </p:cNvSpPr>
                <p:nvPr/>
              </p:nvSpPr>
              <p:spPr bwMode="auto">
                <a:xfrm>
                  <a:off x="134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49" name="Line 36"/>
                <p:cNvSpPr>
                  <a:spLocks noChangeShapeType="1"/>
                </p:cNvSpPr>
                <p:nvPr/>
              </p:nvSpPr>
              <p:spPr bwMode="auto">
                <a:xfrm>
                  <a:off x="153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0" name="Line 37"/>
                <p:cNvSpPr>
                  <a:spLocks noChangeShapeType="1"/>
                </p:cNvSpPr>
                <p:nvPr/>
              </p:nvSpPr>
              <p:spPr bwMode="auto">
                <a:xfrm>
                  <a:off x="172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1" name="Line 38"/>
                <p:cNvSpPr>
                  <a:spLocks noChangeShapeType="1"/>
                </p:cNvSpPr>
                <p:nvPr/>
              </p:nvSpPr>
              <p:spPr bwMode="auto">
                <a:xfrm>
                  <a:off x="192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2" name="Line 39"/>
                <p:cNvSpPr>
                  <a:spLocks noChangeShapeType="1"/>
                </p:cNvSpPr>
                <p:nvPr/>
              </p:nvSpPr>
              <p:spPr bwMode="auto">
                <a:xfrm>
                  <a:off x="211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3" name="Line 40"/>
                <p:cNvSpPr>
                  <a:spLocks noChangeShapeType="1"/>
                </p:cNvSpPr>
                <p:nvPr/>
              </p:nvSpPr>
              <p:spPr bwMode="auto">
                <a:xfrm>
                  <a:off x="230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4" name="Line 41"/>
                <p:cNvSpPr>
                  <a:spLocks noChangeShapeType="1"/>
                </p:cNvSpPr>
                <p:nvPr/>
              </p:nvSpPr>
              <p:spPr bwMode="auto">
                <a:xfrm>
                  <a:off x="249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5" name="Line 42"/>
                <p:cNvSpPr>
                  <a:spLocks noChangeShapeType="1"/>
                </p:cNvSpPr>
                <p:nvPr/>
              </p:nvSpPr>
              <p:spPr bwMode="auto">
                <a:xfrm>
                  <a:off x="268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6" name="Line 43"/>
                <p:cNvSpPr>
                  <a:spLocks noChangeShapeType="1"/>
                </p:cNvSpPr>
                <p:nvPr/>
              </p:nvSpPr>
              <p:spPr bwMode="auto">
                <a:xfrm>
                  <a:off x="288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7" name="Line 44"/>
                <p:cNvSpPr>
                  <a:spLocks noChangeShapeType="1"/>
                </p:cNvSpPr>
                <p:nvPr/>
              </p:nvSpPr>
              <p:spPr bwMode="auto">
                <a:xfrm>
                  <a:off x="307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8" name="Line 45"/>
                <p:cNvSpPr>
                  <a:spLocks noChangeShapeType="1"/>
                </p:cNvSpPr>
                <p:nvPr/>
              </p:nvSpPr>
              <p:spPr bwMode="auto">
                <a:xfrm>
                  <a:off x="326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59" name="Line 46"/>
                <p:cNvSpPr>
                  <a:spLocks noChangeShapeType="1"/>
                </p:cNvSpPr>
                <p:nvPr/>
              </p:nvSpPr>
              <p:spPr bwMode="auto">
                <a:xfrm>
                  <a:off x="345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0" name="Line 47"/>
                <p:cNvSpPr>
                  <a:spLocks noChangeShapeType="1"/>
                </p:cNvSpPr>
                <p:nvPr/>
              </p:nvSpPr>
              <p:spPr bwMode="auto">
                <a:xfrm>
                  <a:off x="364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1" name="Line 48"/>
                <p:cNvSpPr>
                  <a:spLocks noChangeShapeType="1"/>
                </p:cNvSpPr>
                <p:nvPr/>
              </p:nvSpPr>
              <p:spPr bwMode="auto">
                <a:xfrm>
                  <a:off x="384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2" name="Line 49"/>
                <p:cNvSpPr>
                  <a:spLocks noChangeShapeType="1"/>
                </p:cNvSpPr>
                <p:nvPr/>
              </p:nvSpPr>
              <p:spPr bwMode="auto">
                <a:xfrm>
                  <a:off x="403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3" name="Line 50"/>
                <p:cNvSpPr>
                  <a:spLocks noChangeShapeType="1"/>
                </p:cNvSpPr>
                <p:nvPr/>
              </p:nvSpPr>
              <p:spPr bwMode="auto">
                <a:xfrm>
                  <a:off x="422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4" name="Line 51"/>
                <p:cNvSpPr>
                  <a:spLocks noChangeShapeType="1"/>
                </p:cNvSpPr>
                <p:nvPr/>
              </p:nvSpPr>
              <p:spPr bwMode="auto">
                <a:xfrm>
                  <a:off x="441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5" name="Line 52"/>
                <p:cNvSpPr>
                  <a:spLocks noChangeShapeType="1"/>
                </p:cNvSpPr>
                <p:nvPr/>
              </p:nvSpPr>
              <p:spPr bwMode="auto">
                <a:xfrm>
                  <a:off x="4608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6" name="Line 53"/>
                <p:cNvSpPr>
                  <a:spLocks noChangeShapeType="1"/>
                </p:cNvSpPr>
                <p:nvPr/>
              </p:nvSpPr>
              <p:spPr bwMode="auto">
                <a:xfrm>
                  <a:off x="4800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7" name="Line 54"/>
                <p:cNvSpPr>
                  <a:spLocks noChangeShapeType="1"/>
                </p:cNvSpPr>
                <p:nvPr/>
              </p:nvSpPr>
              <p:spPr bwMode="auto">
                <a:xfrm>
                  <a:off x="4992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8" name="Line 55"/>
                <p:cNvSpPr>
                  <a:spLocks noChangeShapeType="1"/>
                </p:cNvSpPr>
                <p:nvPr/>
              </p:nvSpPr>
              <p:spPr bwMode="auto">
                <a:xfrm>
                  <a:off x="5184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  <p:sp>
              <p:nvSpPr>
                <p:cNvPr id="1069" name="Line 56"/>
                <p:cNvSpPr>
                  <a:spLocks noChangeShapeType="1"/>
                </p:cNvSpPr>
                <p:nvPr/>
              </p:nvSpPr>
              <p:spPr bwMode="auto">
                <a:xfrm>
                  <a:off x="5376" y="0"/>
                  <a:ext cx="0" cy="4320"/>
                </a:xfrm>
                <a:prstGeom prst="line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endParaRPr lang="ja-JP" altLang="en-US" sz="1800"/>
                </a:p>
              </p:txBody>
            </p:sp>
          </p:grpSp>
        </p:grpSp>
        <p:sp>
          <p:nvSpPr>
            <p:cNvPr id="1033" name="Rectangle 57" descr="60%"/>
            <p:cNvSpPr>
              <a:spLocks noChangeArrowheads="1"/>
            </p:cNvSpPr>
            <p:nvPr/>
          </p:nvSpPr>
          <p:spPr bwMode="auto">
            <a:xfrm>
              <a:off x="2112" y="0"/>
              <a:ext cx="3648" cy="96"/>
            </a:xfrm>
            <a:prstGeom prst="rect">
              <a:avLst/>
            </a:prstGeom>
            <a:blipFill dpi="0" rotWithShape="0">
              <a:blip r:embed="rId14"/>
              <a:srcRect/>
              <a:tile tx="0" ty="0" sx="100000" sy="100000" flip="none" algn="tl"/>
            </a:blip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ahoma" panose="020B0604030504040204" pitchFamily="34" charset="0"/>
                  <a:ea typeface="ＭＳ Ｐゴシック" panose="020B0600070205080204" pitchFamily="50" charset="-128"/>
                </a:defRPr>
              </a:lvl9pPr>
            </a:lstStyle>
            <a:p>
              <a:pPr eaLnBrk="1" hangingPunct="1">
                <a:defRPr/>
              </a:pPr>
              <a:endParaRPr lang="ja-JP" altLang="en-US" sz="2400" smtClean="0"/>
            </a:p>
          </p:txBody>
        </p:sp>
        <p:sp>
          <p:nvSpPr>
            <p:cNvPr id="1034" name="Line 58"/>
            <p:cNvSpPr>
              <a:spLocks noChangeShapeType="1"/>
            </p:cNvSpPr>
            <p:nvPr/>
          </p:nvSpPr>
          <p:spPr bwMode="auto">
            <a:xfrm>
              <a:off x="5568" y="0"/>
              <a:ext cx="0" cy="1488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ja-JP" altLang="en-US" sz="1800"/>
            </a:p>
          </p:txBody>
        </p:sp>
        <p:grpSp>
          <p:nvGrpSpPr>
            <p:cNvPr id="1035" name="Group 59"/>
            <p:cNvGrpSpPr>
              <a:grpSpLocks/>
            </p:cNvGrpSpPr>
            <p:nvPr/>
          </p:nvGrpSpPr>
          <p:grpSpPr bwMode="auto">
            <a:xfrm>
              <a:off x="261" y="892"/>
              <a:ext cx="1124" cy="1464"/>
              <a:chOff x="0" y="0"/>
              <a:chExt cx="2208" cy="2876"/>
            </a:xfrm>
          </p:grpSpPr>
          <p:sp>
            <p:nvSpPr>
              <p:cNvPr id="1036" name="Line 60"/>
              <p:cNvSpPr>
                <a:spLocks noChangeShapeType="1"/>
              </p:cNvSpPr>
              <p:nvPr/>
            </p:nvSpPr>
            <p:spPr bwMode="auto">
              <a:xfrm flipH="1">
                <a:off x="0" y="122"/>
                <a:ext cx="2208" cy="0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  <p:sp>
            <p:nvSpPr>
              <p:cNvPr id="1037" name="Line 61"/>
              <p:cNvSpPr>
                <a:spLocks noChangeShapeType="1"/>
              </p:cNvSpPr>
              <p:nvPr/>
            </p:nvSpPr>
            <p:spPr bwMode="auto">
              <a:xfrm>
                <a:off x="240" y="4"/>
                <a:ext cx="0" cy="2872"/>
              </a:xfrm>
              <a:prstGeom prst="line">
                <a:avLst/>
              </a:prstGeom>
              <a:noFill/>
              <a:ln w="9525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  <p:sp>
            <p:nvSpPr>
              <p:cNvPr id="1038" name="Arc 62"/>
              <p:cNvSpPr>
                <a:spLocks/>
              </p:cNvSpPr>
              <p:nvPr/>
            </p:nvSpPr>
            <p:spPr bwMode="auto">
              <a:xfrm flipH="1">
                <a:off x="122" y="0"/>
                <a:ext cx="238" cy="240"/>
              </a:xfrm>
              <a:custGeom>
                <a:avLst/>
                <a:gdLst>
                  <a:gd name="T0" fmla="*/ 0 w 43195"/>
                  <a:gd name="T1" fmla="*/ 0 h 43200"/>
                  <a:gd name="T2" fmla="*/ 0 w 43195"/>
                  <a:gd name="T3" fmla="*/ 0 h 43200"/>
                  <a:gd name="T4" fmla="*/ 0 w 43195"/>
                  <a:gd name="T5" fmla="*/ 0 h 43200"/>
                  <a:gd name="T6" fmla="*/ 0 w 43195"/>
                  <a:gd name="T7" fmla="*/ 0 h 43200"/>
                  <a:gd name="T8" fmla="*/ 0 w 43195"/>
                  <a:gd name="T9" fmla="*/ 0 h 43200"/>
                  <a:gd name="T10" fmla="*/ 0 w 43195"/>
                  <a:gd name="T11" fmla="*/ 0 h 43200"/>
                  <a:gd name="T12" fmla="*/ 0 w 43195"/>
                  <a:gd name="T13" fmla="*/ 0 h 43200"/>
                  <a:gd name="T14" fmla="*/ 0 w 43195"/>
                  <a:gd name="T15" fmla="*/ 0 h 43200"/>
                  <a:gd name="T16" fmla="*/ 0 w 43195"/>
                  <a:gd name="T17" fmla="*/ 0 h 43200"/>
                  <a:gd name="T18" fmla="*/ 0 w 43195"/>
                  <a:gd name="T19" fmla="*/ 0 h 43200"/>
                  <a:gd name="T20" fmla="*/ 0 w 43195"/>
                  <a:gd name="T21" fmla="*/ 0 h 432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43195"/>
                  <a:gd name="T34" fmla="*/ 0 h 43200"/>
                  <a:gd name="T35" fmla="*/ 43195 w 43195"/>
                  <a:gd name="T36" fmla="*/ 43200 h 4320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43195" h="43200" fill="none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</a:path>
                  <a:path w="43195" h="43200" stroke="0" extrusionOk="0">
                    <a:moveTo>
                      <a:pt x="21114" y="5"/>
                    </a:moveTo>
                    <a:cubicBezTo>
                      <a:pt x="21274" y="1"/>
                      <a:pt x="21434" y="-1"/>
                      <a:pt x="21595" y="0"/>
                    </a:cubicBezTo>
                    <a:cubicBezTo>
                      <a:pt x="33524" y="0"/>
                      <a:pt x="43195" y="9670"/>
                      <a:pt x="43195" y="21600"/>
                    </a:cubicBezTo>
                    <a:cubicBezTo>
                      <a:pt x="43195" y="33529"/>
                      <a:pt x="33524" y="43200"/>
                      <a:pt x="21595" y="43200"/>
                    </a:cubicBezTo>
                    <a:cubicBezTo>
                      <a:pt x="9843" y="43200"/>
                      <a:pt x="247" y="33805"/>
                      <a:pt x="-1" y="22056"/>
                    </a:cubicBezTo>
                    <a:lnTo>
                      <a:pt x="21595" y="21600"/>
                    </a:lnTo>
                    <a:lnTo>
                      <a:pt x="21114" y="5"/>
                    </a:lnTo>
                    <a:close/>
                  </a:path>
                </a:pathLst>
              </a:custGeom>
              <a:noFill/>
              <a:ln w="9525" cmpd="sng">
                <a:solidFill>
                  <a:schemeClr val="hlink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ja-JP" altLang="en-US" sz="1800"/>
              </a:p>
            </p:txBody>
          </p:sp>
        </p:grpSp>
      </p:grpSp>
      <p:sp>
        <p:nvSpPr>
          <p:cNvPr id="1027" name="Rectangle 63"/>
          <p:cNvSpPr>
            <a:spLocks noGrp="1" noChangeArrowheads="1"/>
          </p:cNvSpPr>
          <p:nvPr>
            <p:ph type="title"/>
          </p:nvPr>
        </p:nvSpPr>
        <p:spPr bwMode="auto">
          <a:xfrm>
            <a:off x="660400" y="304800"/>
            <a:ext cx="84201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 smtClean="0"/>
              <a:t>マスタ タイトルの書式設定</a:t>
            </a:r>
          </a:p>
        </p:txBody>
      </p:sp>
      <p:sp>
        <p:nvSpPr>
          <p:cNvPr id="1028" name="Rectangle 6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 bwMode="auto">
          <a:xfrm>
            <a:off x="908050" y="1905000"/>
            <a:ext cx="84201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ja-JP" smtClean="0"/>
              <a:t>マスタ テキストの書式設定</a:t>
            </a:r>
          </a:p>
          <a:p>
            <a:pPr lvl="1"/>
            <a:r>
              <a:rPr lang="ja-JP" altLang="ja-JP" smtClean="0"/>
              <a:t>第 2 レベル</a:t>
            </a:r>
          </a:p>
          <a:p>
            <a:pPr lvl="2"/>
            <a:r>
              <a:rPr lang="ja-JP" altLang="ja-JP" smtClean="0"/>
              <a:t>第 3 レベル</a:t>
            </a:r>
          </a:p>
          <a:p>
            <a:pPr lvl="3"/>
            <a:r>
              <a:rPr lang="ja-JP" altLang="ja-JP" smtClean="0"/>
              <a:t>第 4 レベル</a:t>
            </a:r>
          </a:p>
          <a:p>
            <a:pPr lvl="4"/>
            <a:r>
              <a:rPr lang="ja-JP" altLang="ja-JP" smtClean="0"/>
              <a:t>第 5 レベル</a:t>
            </a:r>
          </a:p>
        </p:txBody>
      </p:sp>
      <p:sp>
        <p:nvSpPr>
          <p:cNvPr id="1089" name="Rectangle 6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74295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0" name="Rectangle 6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384550" y="6248400"/>
            <a:ext cx="31369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91" name="Rectangle 6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099300" y="6248400"/>
            <a:ext cx="20637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3C5C5A50-8D9E-427E-AE8A-0CAB1C0A2948}" type="slidenum">
              <a:rPr lang="en-US" altLang="ja-JP"/>
              <a:pPr>
                <a:defRPr/>
              </a:pPr>
              <a:t>‹#›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38116379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5pPr>
      <a:lvl6pPr marL="457189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6pPr>
      <a:lvl7pPr marL="914377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7pPr>
      <a:lvl8pPr marL="1371566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8pPr>
      <a:lvl9pPr marL="1828754" algn="l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ahoma" pitchFamily="34" charset="0"/>
          <a:ea typeface="ＭＳ Ｐゴシック" pitchFamily="50" charset="-128"/>
        </a:defRPr>
      </a:lvl9pPr>
    </p:titleStyle>
    <p:bodyStyle>
      <a:lvl1pPr marL="342891" indent="-342891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110000"/>
        <a:buFont typeface="Wingdings" panose="05000000000000000000" pitchFamily="2" charset="2"/>
        <a:buBlip>
          <a:blip r:embed="rId15"/>
        </a:buBlip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32" indent="-28574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0000"/>
        <a:buFont typeface="Wingdings" panose="05000000000000000000" pitchFamily="2" charset="2"/>
        <a:buChar char="n"/>
        <a:defRPr sz="2800">
          <a:solidFill>
            <a:schemeClr val="tx1"/>
          </a:solidFill>
          <a:latin typeface="+mn-lt"/>
          <a:ea typeface="+mn-ea"/>
        </a:defRPr>
      </a:lvl2pPr>
      <a:lvl3pPr marL="1142971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95000"/>
        <a:buFont typeface="Wingdings" panose="05000000000000000000" pitchFamily="2" charset="2"/>
        <a:buChar char="w"/>
        <a:defRPr sz="2400">
          <a:solidFill>
            <a:schemeClr val="tx1"/>
          </a:solidFill>
          <a:latin typeface="+mn-lt"/>
          <a:ea typeface="+mn-ea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SzPct val="65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4pPr>
      <a:lvl5pPr marL="2057349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5pPr>
      <a:lvl6pPr marL="2514537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6pPr>
      <a:lvl7pPr marL="2971726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7pPr>
      <a:lvl8pPr marL="3428914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8pPr>
      <a:lvl9pPr marL="3886103" indent="-228594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SzPct val="60000"/>
        <a:buFont typeface="Wingdings" pitchFamily="2" charset="2"/>
        <a:buChar char="n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Assignment (Matsumoto)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1219200" y="1905000"/>
            <a:ext cx="7772400" cy="4343400"/>
          </a:xfrm>
        </p:spPr>
        <p:txBody>
          <a:bodyPr>
            <a:normAutofit fontScale="92500" lnSpcReduction="20000"/>
          </a:bodyPr>
          <a:lstStyle/>
          <a:p>
            <a:r>
              <a:rPr kumimoji="1" lang="en-US" altLang="ja-JP" dirty="0" smtClean="0"/>
              <a:t>Using the input sentence and the grammar rules shown in the following page, do the followings:</a:t>
            </a:r>
          </a:p>
          <a:p>
            <a:pPr marL="971538" lvl="1" indent="-514350">
              <a:buFont typeface="+mj-lt"/>
              <a:buAutoNum type="arabicPeriod"/>
            </a:pPr>
            <a:r>
              <a:rPr kumimoji="1" lang="en-US" altLang="ja-JP" dirty="0" smtClean="0"/>
              <a:t>Show the steps of Shift-Reduce parsing for phrase structure grammar, as shown in p.65 in the lecture slide</a:t>
            </a:r>
          </a:p>
          <a:p>
            <a:pPr marL="971538" lvl="1" indent="-514350">
              <a:buFont typeface="+mj-lt"/>
              <a:buAutoNum type="arabicPeriod"/>
            </a:pPr>
            <a:r>
              <a:rPr kumimoji="1" lang="en-US" altLang="ja-JP" dirty="0" smtClean="0"/>
              <a:t>Complete the CKY table, as shown on p.3 of this slide</a:t>
            </a:r>
          </a:p>
          <a:p>
            <a:r>
              <a:rPr kumimoji="1" lang="en-US" altLang="ja-JP" dirty="0" smtClean="0"/>
              <a:t>Submission</a:t>
            </a:r>
          </a:p>
          <a:p>
            <a:pPr lvl="1"/>
            <a:r>
              <a:rPr kumimoji="1" lang="en-US" altLang="ja-JP" dirty="0" smtClean="0"/>
              <a:t>Deadline: November 17</a:t>
            </a:r>
            <a:r>
              <a:rPr kumimoji="1" lang="en-US" altLang="ja-JP" baseline="30000" dirty="0" smtClean="0"/>
              <a:t>th</a:t>
            </a:r>
            <a:endParaRPr kumimoji="1" lang="en-US" altLang="ja-JP" dirty="0" smtClean="0"/>
          </a:p>
          <a:p>
            <a:pPr lvl="1"/>
            <a:r>
              <a:rPr kumimoji="1" lang="en-US" altLang="ja-JP" dirty="0" smtClean="0"/>
              <a:t>mailto: matsu@is.naist.jp</a:t>
            </a:r>
          </a:p>
          <a:p>
            <a:pPr marL="57147" indent="0">
              <a:buNone/>
            </a:pP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C006AC76-1F8E-4B7C-BD36-18BC2B26DE70}" type="slidenum">
              <a:rPr lang="en-US" altLang="ja-JP" smtClean="0"/>
              <a:pPr>
                <a:defRPr/>
              </a:pPr>
              <a:t>1</a:t>
            </a:fld>
            <a:endParaRPr lang="en-US" altLang="ja-JP"/>
          </a:p>
        </p:txBody>
      </p:sp>
    </p:spTree>
    <p:extLst>
      <p:ext uri="{BB962C8B-B14F-4D97-AF65-F5344CB8AC3E}">
        <p14:creationId xmlns:p14="http://schemas.microsoft.com/office/powerpoint/2010/main" val="16776653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74639"/>
            <a:ext cx="8229600" cy="1143000"/>
          </a:xfrm>
        </p:spPr>
        <p:txBody>
          <a:bodyPr anchor="ctr"/>
          <a:lstStyle/>
          <a:p>
            <a:pPr eaLnBrk="1" hangingPunct="1"/>
            <a:endParaRPr lang="en-US" altLang="ja-JP" sz="2400" dirty="0"/>
          </a:p>
        </p:txBody>
      </p:sp>
      <p:sp>
        <p:nvSpPr>
          <p:cNvPr id="7065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1079503" y="1417643"/>
            <a:ext cx="7727951" cy="5260975"/>
          </a:xfrm>
          <a:noFill/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400" dirty="0"/>
              <a:t>input sentence:  The boy hits the dog with a rod.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0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400" dirty="0"/>
              <a:t>Grammar  rules: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000" dirty="0"/>
              <a:t>	</a:t>
            </a:r>
            <a:r>
              <a:rPr lang="en-US" altLang="ja-JP" sz="2200" dirty="0"/>
              <a:t>sentence </a:t>
            </a:r>
            <a:r>
              <a:rPr lang="en-US" altLang="ja-JP" sz="2200" dirty="0">
                <a:sym typeface="Wingdings" panose="05000000000000000000" pitchFamily="2" charset="2"/>
              </a:rPr>
              <a:t> np, 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endParaRPr lang="en-US" altLang="ja-JP" sz="22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/>
              <a:t> 	np </a:t>
            </a:r>
            <a:r>
              <a:rPr lang="en-US" altLang="ja-JP" sz="2200" dirty="0">
                <a:sym typeface="Wingdings" panose="05000000000000000000" pitchFamily="2" charset="2"/>
              </a:rPr>
              <a:t> </a:t>
            </a:r>
            <a:r>
              <a:rPr lang="en-US" altLang="ja-JP" sz="2200" dirty="0" err="1">
                <a:sym typeface="Wingdings" panose="05000000000000000000" pitchFamily="2" charset="2"/>
              </a:rPr>
              <a:t>det</a:t>
            </a:r>
            <a:r>
              <a:rPr lang="en-US" altLang="ja-JP" sz="2200" dirty="0">
                <a:sym typeface="Wingdings" panose="05000000000000000000" pitchFamily="2" charset="2"/>
              </a:rPr>
              <a:t>, n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	np </a:t>
            </a:r>
            <a:r>
              <a:rPr lang="en-US" altLang="ja-JP" sz="2200" dirty="0">
                <a:solidFill>
                  <a:srgbClr val="40458C"/>
                </a:solidFill>
                <a:sym typeface="Wingdings" panose="05000000000000000000" pitchFamily="2" charset="2"/>
              </a:rPr>
              <a:t></a:t>
            </a:r>
            <a:r>
              <a:rPr lang="ja-JP" altLang="en-US" sz="2200" dirty="0">
                <a:solidFill>
                  <a:srgbClr val="40458C"/>
                </a:solidFill>
                <a:sym typeface="Wingdings" panose="05000000000000000000" pitchFamily="2" charset="2"/>
              </a:rPr>
              <a:t> </a:t>
            </a:r>
            <a:r>
              <a:rPr lang="en-US" altLang="ja-JP" sz="2200" dirty="0">
                <a:solidFill>
                  <a:srgbClr val="40458C"/>
                </a:solidFill>
                <a:sym typeface="Wingdings" panose="05000000000000000000" pitchFamily="2" charset="2"/>
              </a:rPr>
              <a:t>np, pp</a:t>
            </a:r>
            <a:endParaRPr lang="en-US" altLang="ja-JP" sz="22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  verb,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  </a:t>
            </a:r>
            <a:r>
              <a:rPr lang="en-US" altLang="ja-JP" sz="2200" dirty="0" err="1">
                <a:sym typeface="Wingdings" panose="05000000000000000000" pitchFamily="2" charset="2"/>
              </a:rPr>
              <a:t>vp</a:t>
            </a:r>
            <a:r>
              <a:rPr lang="en-US" altLang="ja-JP" sz="2200" dirty="0">
                <a:sym typeface="Wingdings" panose="05000000000000000000" pitchFamily="2" charset="2"/>
              </a:rPr>
              <a:t>, pp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pp  prep,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</a:t>
            </a:r>
            <a:r>
              <a:rPr lang="en-US" altLang="ja-JP" sz="2200" dirty="0" err="1">
                <a:sym typeface="Wingdings" panose="05000000000000000000" pitchFamily="2" charset="2"/>
              </a:rPr>
              <a:t>det</a:t>
            </a:r>
            <a:r>
              <a:rPr lang="en-US" altLang="ja-JP" sz="2200" dirty="0">
                <a:sym typeface="Wingdings" panose="05000000000000000000" pitchFamily="2" charset="2"/>
              </a:rPr>
              <a:t>  [the] | [a]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n  [boy] | [dog] | | [rod]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>
                <a:sym typeface="Wingdings" panose="05000000000000000000" pitchFamily="2" charset="2"/>
              </a:rPr>
              <a:t> 	verb  [hits]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2200" dirty="0"/>
              <a:t> 	prep </a:t>
            </a:r>
            <a:r>
              <a:rPr lang="en-US" altLang="ja-JP" sz="2200" dirty="0">
                <a:sym typeface="Wingdings" panose="05000000000000000000" pitchFamily="2" charset="2"/>
              </a:rPr>
              <a:t> [with]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2200" dirty="0">
              <a:sym typeface="Wingdings" panose="05000000000000000000" pitchFamily="2" charset="2"/>
            </a:endParaRPr>
          </a:p>
        </p:txBody>
      </p:sp>
      <p:sp>
        <p:nvSpPr>
          <p:cNvPr id="70661" name="スライド番号プレースホルダー 1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32" indent="-285744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160" indent="-228594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AA44C06-C737-4551-A1D1-60EA5B6C906E}" type="slidenum">
              <a:rPr kumimoji="0" lang="en-US" altLang="ja-JP" sz="1400">
                <a:solidFill>
                  <a:srgbClr val="40458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2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15589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9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4294967295"/>
          </p:nvPr>
        </p:nvSpPr>
        <p:spPr>
          <a:xfrm>
            <a:off x="540698" y="253902"/>
            <a:ext cx="2573433" cy="1910276"/>
          </a:xfrm>
          <a:noFill/>
        </p:spPr>
        <p:txBody>
          <a:bodyPr/>
          <a:lstStyle/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/>
              <a:t>input sentence:  The boy hits the dog with a rod.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80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/>
              <a:t>Grammar  rules: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/>
              <a:t>	sentence </a:t>
            </a:r>
            <a:r>
              <a:rPr lang="en-US" altLang="ja-JP" sz="800" dirty="0">
                <a:sym typeface="Wingdings" panose="05000000000000000000" pitchFamily="2" charset="2"/>
              </a:rPr>
              <a:t> np, </a:t>
            </a:r>
            <a:r>
              <a:rPr lang="en-US" altLang="ja-JP" sz="800" dirty="0" err="1">
                <a:sym typeface="Wingdings" panose="05000000000000000000" pitchFamily="2" charset="2"/>
              </a:rPr>
              <a:t>vp</a:t>
            </a:r>
            <a:endParaRPr lang="en-US" altLang="ja-JP" sz="8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/>
              <a:t> 	np </a:t>
            </a:r>
            <a:r>
              <a:rPr lang="en-US" altLang="ja-JP" sz="800" dirty="0">
                <a:sym typeface="Wingdings" panose="05000000000000000000" pitchFamily="2" charset="2"/>
              </a:rPr>
              <a:t> </a:t>
            </a:r>
            <a:r>
              <a:rPr lang="en-US" altLang="ja-JP" sz="800" dirty="0" err="1">
                <a:sym typeface="Wingdings" panose="05000000000000000000" pitchFamily="2" charset="2"/>
              </a:rPr>
              <a:t>det</a:t>
            </a:r>
            <a:r>
              <a:rPr lang="en-US" altLang="ja-JP" sz="800" dirty="0">
                <a:sym typeface="Wingdings" panose="05000000000000000000" pitchFamily="2" charset="2"/>
              </a:rPr>
              <a:t>, n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	np </a:t>
            </a:r>
            <a:r>
              <a:rPr lang="en-US" altLang="ja-JP" sz="800" dirty="0">
                <a:solidFill>
                  <a:srgbClr val="40458C"/>
                </a:solidFill>
                <a:sym typeface="Wingdings" panose="05000000000000000000" pitchFamily="2" charset="2"/>
              </a:rPr>
              <a:t></a:t>
            </a:r>
            <a:r>
              <a:rPr lang="ja-JP" altLang="en-US" sz="800" dirty="0">
                <a:solidFill>
                  <a:srgbClr val="40458C"/>
                </a:solidFill>
                <a:sym typeface="Wingdings" panose="05000000000000000000" pitchFamily="2" charset="2"/>
              </a:rPr>
              <a:t> </a:t>
            </a:r>
            <a:r>
              <a:rPr lang="en-US" altLang="ja-JP" sz="800" dirty="0">
                <a:solidFill>
                  <a:srgbClr val="40458C"/>
                </a:solidFill>
                <a:sym typeface="Wingdings" panose="05000000000000000000" pitchFamily="2" charset="2"/>
              </a:rPr>
              <a:t>np, pp</a:t>
            </a:r>
            <a:endParaRPr lang="en-US" altLang="ja-JP" sz="80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</a:t>
            </a:r>
            <a:r>
              <a:rPr lang="en-US" altLang="ja-JP" sz="800" dirty="0" err="1">
                <a:sym typeface="Wingdings" panose="05000000000000000000" pitchFamily="2" charset="2"/>
              </a:rPr>
              <a:t>vp</a:t>
            </a:r>
            <a:r>
              <a:rPr lang="en-US" altLang="ja-JP" sz="800" dirty="0">
                <a:sym typeface="Wingdings" panose="05000000000000000000" pitchFamily="2" charset="2"/>
              </a:rPr>
              <a:t>  verb,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</a:t>
            </a:r>
            <a:r>
              <a:rPr lang="en-US" altLang="ja-JP" sz="800" dirty="0" err="1">
                <a:sym typeface="Wingdings" panose="05000000000000000000" pitchFamily="2" charset="2"/>
              </a:rPr>
              <a:t>vp</a:t>
            </a:r>
            <a:r>
              <a:rPr lang="en-US" altLang="ja-JP" sz="800" dirty="0">
                <a:sym typeface="Wingdings" panose="05000000000000000000" pitchFamily="2" charset="2"/>
              </a:rPr>
              <a:t>  </a:t>
            </a:r>
            <a:r>
              <a:rPr lang="en-US" altLang="ja-JP" sz="800" dirty="0" err="1">
                <a:sym typeface="Wingdings" panose="05000000000000000000" pitchFamily="2" charset="2"/>
              </a:rPr>
              <a:t>vp</a:t>
            </a:r>
            <a:r>
              <a:rPr lang="en-US" altLang="ja-JP" sz="800" dirty="0">
                <a:sym typeface="Wingdings" panose="05000000000000000000" pitchFamily="2" charset="2"/>
              </a:rPr>
              <a:t>, pp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pp  prep,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</a:t>
            </a:r>
            <a:r>
              <a:rPr lang="en-US" altLang="ja-JP" sz="800" dirty="0" err="1">
                <a:sym typeface="Wingdings" panose="05000000000000000000" pitchFamily="2" charset="2"/>
              </a:rPr>
              <a:t>det</a:t>
            </a:r>
            <a:r>
              <a:rPr lang="en-US" altLang="ja-JP" sz="800" dirty="0">
                <a:sym typeface="Wingdings" panose="05000000000000000000" pitchFamily="2" charset="2"/>
              </a:rPr>
              <a:t>  [the] | [a]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n  [boy] | [dog] | | [rod]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>
                <a:sym typeface="Wingdings" panose="05000000000000000000" pitchFamily="2" charset="2"/>
              </a:rPr>
              <a:t> 	verb  [hits]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lang="en-US" altLang="ja-JP" sz="800" dirty="0"/>
              <a:t> 	prep </a:t>
            </a:r>
            <a:r>
              <a:rPr lang="en-US" altLang="ja-JP" sz="800" dirty="0">
                <a:sym typeface="Wingdings" panose="05000000000000000000" pitchFamily="2" charset="2"/>
              </a:rPr>
              <a:t> [with]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lang="en-US" altLang="ja-JP" sz="800" dirty="0">
              <a:sym typeface="Wingdings" panose="05000000000000000000" pitchFamily="2" charset="2"/>
            </a:endParaRPr>
          </a:p>
        </p:txBody>
      </p:sp>
      <p:sp>
        <p:nvSpPr>
          <p:cNvPr id="70661" name="スライド番号プレースホルダー 1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32" indent="-285744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160" indent="-228594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8AA44C06-C737-4551-A1D1-60EA5B6C906E}" type="slidenum">
              <a:rPr kumimoji="0" lang="en-US" altLang="ja-JP" sz="1400">
                <a:solidFill>
                  <a:srgbClr val="40458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3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  <p:graphicFrame>
        <p:nvGraphicFramePr>
          <p:cNvPr id="8" name="表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3705953"/>
              </p:ext>
            </p:extLst>
          </p:nvPr>
        </p:nvGraphicFramePr>
        <p:xfrm>
          <a:off x="4713290" y="76250"/>
          <a:ext cx="4574824" cy="4175856"/>
        </p:xfrm>
        <a:graphic>
          <a:graphicData uri="http://schemas.openxmlformats.org/drawingml/2006/table">
            <a:tbl>
              <a:tblPr/>
              <a:tblGrid>
                <a:gridCol w="347187">
                  <a:extLst>
                    <a:ext uri="{9D8B030D-6E8A-4147-A177-3AD203B41FA5}">
                      <a16:colId xmlns:a16="http://schemas.microsoft.com/office/drawing/2014/main" val="2046793591"/>
                    </a:ext>
                  </a:extLst>
                </a:gridCol>
                <a:gridCol w="1467077">
                  <a:extLst>
                    <a:ext uri="{9D8B030D-6E8A-4147-A177-3AD203B41FA5}">
                      <a16:colId xmlns:a16="http://schemas.microsoft.com/office/drawing/2014/main" val="2800237852"/>
                    </a:ext>
                  </a:extLst>
                </a:gridCol>
                <a:gridCol w="135488">
                  <a:extLst>
                    <a:ext uri="{9D8B030D-6E8A-4147-A177-3AD203B41FA5}">
                      <a16:colId xmlns:a16="http://schemas.microsoft.com/office/drawing/2014/main" val="2897414085"/>
                    </a:ext>
                  </a:extLst>
                </a:gridCol>
                <a:gridCol w="1981506">
                  <a:extLst>
                    <a:ext uri="{9D8B030D-6E8A-4147-A177-3AD203B41FA5}">
                      <a16:colId xmlns:a16="http://schemas.microsoft.com/office/drawing/2014/main" val="2575806787"/>
                    </a:ext>
                  </a:extLst>
                </a:gridCol>
                <a:gridCol w="643566">
                  <a:extLst>
                    <a:ext uri="{9D8B030D-6E8A-4147-A177-3AD203B41FA5}">
                      <a16:colId xmlns:a16="http://schemas.microsoft.com/office/drawing/2014/main" val="3640946708"/>
                    </a:ext>
                  </a:extLst>
                </a:gridCol>
              </a:tblGrid>
              <a:tr h="171556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stack S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queue Q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operation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72761197"/>
                  </a:ext>
                </a:extLst>
              </a:tr>
              <a:tr h="169014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boy 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1938178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boy 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25549073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(3)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boy 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5295717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(4)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 boy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50005398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(5)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 n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8544624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(6)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08495851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(7)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hits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17943015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(8)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59105203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(9)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the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52010349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(10)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dog 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5144514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(11)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 dog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484825512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(12)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 n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57699501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(13)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np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88558562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(14)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93265241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(15)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8444774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(16)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with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113292963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(17)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a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8099806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(18)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 a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8955771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(19)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 det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7252354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(20)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 det rod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04918129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(21)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 det n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0362779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(22)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prep np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71872499"/>
                  </a:ext>
                </a:extLst>
              </a:tr>
              <a:tr h="171556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(23)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1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 pp</a:t>
                      </a: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354" marR="6354" marT="6354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87786245"/>
                  </a:ext>
                </a:extLst>
              </a:tr>
            </a:tbl>
          </a:graphicData>
        </a:graphic>
      </p:graphicFrame>
      <p:graphicFrame>
        <p:nvGraphicFramePr>
          <p:cNvPr id="9" name="表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93471859"/>
              </p:ext>
            </p:extLst>
          </p:nvPr>
        </p:nvGraphicFramePr>
        <p:xfrm>
          <a:off x="381000" y="2428702"/>
          <a:ext cx="4389120" cy="4114800"/>
        </p:xfrm>
        <a:graphic>
          <a:graphicData uri="http://schemas.openxmlformats.org/drawingml/2006/table">
            <a:tbl>
              <a:tblPr/>
              <a:tblGrid>
                <a:gridCol w="333094">
                  <a:extLst>
                    <a:ext uri="{9D8B030D-6E8A-4147-A177-3AD203B41FA5}">
                      <a16:colId xmlns:a16="http://schemas.microsoft.com/office/drawing/2014/main" val="1059440803"/>
                    </a:ext>
                  </a:extLst>
                </a:gridCol>
                <a:gridCol w="1407524">
                  <a:extLst>
                    <a:ext uri="{9D8B030D-6E8A-4147-A177-3AD203B41FA5}">
                      <a16:colId xmlns:a16="http://schemas.microsoft.com/office/drawing/2014/main" val="4016970943"/>
                    </a:ext>
                  </a:extLst>
                </a:gridCol>
                <a:gridCol w="129988">
                  <a:extLst>
                    <a:ext uri="{9D8B030D-6E8A-4147-A177-3AD203B41FA5}">
                      <a16:colId xmlns:a16="http://schemas.microsoft.com/office/drawing/2014/main" val="2962686601"/>
                    </a:ext>
                  </a:extLst>
                </a:gridCol>
                <a:gridCol w="1901072">
                  <a:extLst>
                    <a:ext uri="{9D8B030D-6E8A-4147-A177-3AD203B41FA5}">
                      <a16:colId xmlns:a16="http://schemas.microsoft.com/office/drawing/2014/main" val="283872873"/>
                    </a:ext>
                  </a:extLst>
                </a:gridCol>
                <a:gridCol w="617442">
                  <a:extLst>
                    <a:ext uri="{9D8B030D-6E8A-4147-A177-3AD203B41FA5}">
                      <a16:colId xmlns:a16="http://schemas.microsoft.com/office/drawing/2014/main" val="4215463690"/>
                    </a:ext>
                  </a:extLst>
                </a:gridCol>
              </a:tblGrid>
              <a:tr h="164592">
                <a:tc>
                  <a:txBody>
                    <a:bodyPr/>
                    <a:lstStyle/>
                    <a:p>
                      <a:pPr algn="l" fontAlgn="ctr"/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stack S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ja-JP" alt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　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queue Q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operation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2409490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boy 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664399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boy 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8060021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(3)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boy 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8615661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(4)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 boy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009437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(5)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det n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5498617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(6)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hits 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9195857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(7)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hits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4968503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(8)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the 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931151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(9)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the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1703666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(10)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dog 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8900947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(11)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 dog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67245129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(12)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det n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7435944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(13)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verb np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8943554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(14)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with 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3429878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(15)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with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7893133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(16)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a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8218024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(17)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 a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60842871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(18)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 det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shift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49404662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(19)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 det rod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37874905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(20)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 det n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48017556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(21)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prep np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76648153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(22)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 pp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7607618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(23)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np vp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reduce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97825367"/>
                  </a:ext>
                </a:extLst>
              </a:tr>
              <a:tr h="164592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ja-JP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(24)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r>
                        <a:rPr lang="en-US" sz="1000" b="0" i="0" u="none" strike="noStrike">
                          <a:solidFill>
                            <a:srgbClr val="000000"/>
                          </a:solidFill>
                          <a:effectLst/>
                          <a:latin typeface="Ariral"/>
                          <a:ea typeface="游ゴシック" panose="020B0400000000000000" pitchFamily="50" charset="-128"/>
                        </a:rPr>
                        <a:t>sentence</a:t>
                      </a: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r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ja-JP" alt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Ariral"/>
                        <a:ea typeface="游ゴシック" panose="020B0400000000000000" pitchFamily="50" charset="-128"/>
                      </a:endParaRPr>
                    </a:p>
                  </a:txBody>
                  <a:tcPr marL="6096" marR="6096" marT="6096" marB="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711074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300180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スライド番号プレースホルダ 5"/>
          <p:cNvSpPr txBox="1">
            <a:spLocks noGrp="1" noChangeArrowheads="1"/>
          </p:cNvSpPr>
          <p:nvPr/>
        </p:nvSpPr>
        <p:spPr bwMode="auto">
          <a:xfrm>
            <a:off x="6934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algn="r"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48E2BFCB-0819-4022-A41D-C9F68A1B4192}" type="slidenum">
              <a:rPr kumimoji="0" lang="en-US" altLang="ja-JP" sz="1400">
                <a:solidFill>
                  <a:srgbClr val="40458C"/>
                </a:solidFill>
              </a:rPr>
              <a:pPr algn="r"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4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838200" y="274639"/>
            <a:ext cx="8229600" cy="1143000"/>
          </a:xfrm>
        </p:spPr>
        <p:txBody>
          <a:bodyPr anchor="ctr"/>
          <a:lstStyle/>
          <a:p>
            <a:pPr eaLnBrk="1" hangingPunct="1"/>
            <a:r>
              <a:rPr lang="en-US" altLang="ja-JP" sz="3600" dirty="0"/>
              <a:t>CKY Parsing for</a:t>
            </a:r>
            <a:br>
              <a:rPr lang="en-US" altLang="ja-JP" sz="3600" dirty="0"/>
            </a:br>
            <a:r>
              <a:rPr lang="en-US" altLang="ja-JP" sz="2800" dirty="0">
                <a:latin typeface="Times New Roman" panose="02020603050405020304" pitchFamily="18" charset="0"/>
              </a:rPr>
              <a:t>“</a:t>
            </a:r>
            <a:r>
              <a:rPr lang="en-US" altLang="ja-JP" sz="2800" dirty="0"/>
              <a:t>the boy hits the dog with a rod</a:t>
            </a:r>
            <a:r>
              <a:rPr lang="en-US" altLang="ja-JP" sz="2800" dirty="0">
                <a:latin typeface="Times New Roman" panose="02020603050405020304" pitchFamily="18" charset="0"/>
              </a:rPr>
              <a:t>” </a:t>
            </a:r>
            <a:r>
              <a:rPr lang="en-US" altLang="ja-JP" sz="2800" dirty="0"/>
              <a:t>(Initial state)</a:t>
            </a:r>
          </a:p>
        </p:txBody>
      </p:sp>
      <p:graphicFrame>
        <p:nvGraphicFramePr>
          <p:cNvPr id="171012" name="Group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706580"/>
              </p:ext>
            </p:extLst>
          </p:nvPr>
        </p:nvGraphicFramePr>
        <p:xfrm>
          <a:off x="1806578" y="2216155"/>
          <a:ext cx="7097713" cy="519113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5191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30" name="Group 2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93602078"/>
              </p:ext>
            </p:extLst>
          </p:nvPr>
        </p:nvGraphicFramePr>
        <p:xfrm>
          <a:off x="2820988" y="2735263"/>
          <a:ext cx="6083300" cy="519112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verb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vp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vp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46" name="Group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9642724"/>
              </p:ext>
            </p:extLst>
          </p:nvPr>
        </p:nvGraphicFramePr>
        <p:xfrm>
          <a:off x="3835401" y="3252792"/>
          <a:ext cx="5068888" cy="504825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48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60" name="Group 5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5645219"/>
              </p:ext>
            </p:extLst>
          </p:nvPr>
        </p:nvGraphicFramePr>
        <p:xfrm>
          <a:off x="4849817" y="3757613"/>
          <a:ext cx="4054475" cy="533400"/>
        </p:xfrm>
        <a:graphic>
          <a:graphicData uri="http://schemas.openxmlformats.org/drawingml/2006/table">
            <a:tbl>
              <a:tblPr/>
              <a:tblGrid>
                <a:gridCol w="1011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2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72" name="Group 6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850753"/>
              </p:ext>
            </p:extLst>
          </p:nvPr>
        </p:nvGraphicFramePr>
        <p:xfrm>
          <a:off x="5861050" y="4291018"/>
          <a:ext cx="3043238" cy="530225"/>
        </p:xfrm>
        <a:graphic>
          <a:graphicData uri="http://schemas.openxmlformats.org/drawingml/2006/table">
            <a:tbl>
              <a:tblPr/>
              <a:tblGrid>
                <a:gridCol w="101441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22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prep</a:t>
                      </a: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pp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82" name="Group 74"/>
          <p:cNvGraphicFramePr>
            <a:graphicFrameLocks noGrp="1"/>
          </p:cNvGraphicFramePr>
          <p:nvPr/>
        </p:nvGraphicFramePr>
        <p:xfrm>
          <a:off x="7891467" y="5335588"/>
          <a:ext cx="1012825" cy="519112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</a:t>
                      </a:r>
                      <a:endParaRPr kumimoji="0" lang="en-US" sz="2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88" name="Group 8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799044"/>
              </p:ext>
            </p:extLst>
          </p:nvPr>
        </p:nvGraphicFramePr>
        <p:xfrm>
          <a:off x="6877050" y="4821240"/>
          <a:ext cx="2027238" cy="514351"/>
        </p:xfrm>
        <a:graphic>
          <a:graphicData uri="http://schemas.openxmlformats.org/drawingml/2006/table">
            <a:tbl>
              <a:tblPr/>
              <a:tblGrid>
                <a:gridCol w="1012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1435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1096" name="Group 8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9593013"/>
              </p:ext>
            </p:extLst>
          </p:nvPr>
        </p:nvGraphicFramePr>
        <p:xfrm>
          <a:off x="792167" y="1700213"/>
          <a:ext cx="8112125" cy="519112"/>
        </p:xfrm>
        <a:graphic>
          <a:graphicData uri="http://schemas.openxmlformats.org/drawingml/2006/table">
            <a:tbl>
              <a:tblPr/>
              <a:tblGrid>
                <a:gridCol w="10144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12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1441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10144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1911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24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det</a:t>
                      </a:r>
                      <a:endParaRPr kumimoji="0" 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2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ja-JP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sentence</a:t>
                      </a:r>
                      <a:endParaRPr kumimoji="0" lang="ja-JP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endParaRPr kumimoji="0" lang="ja-JP" altLang="en-US" sz="2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11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ja-JP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sentence</a:t>
                      </a:r>
                      <a:br>
                        <a:rPr kumimoji="0" lang="en-US" altLang="ja-JP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</a:br>
                      <a:r>
                        <a:rPr kumimoji="0" lang="en-US" altLang="ja-JP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ahoma" pitchFamily="34" charset="0"/>
                          <a:ea typeface="ＭＳ Ｐゴシック" pitchFamily="50" charset="-128"/>
                        </a:rPr>
                        <a:t>np</a:t>
                      </a:r>
                      <a:endParaRPr kumimoji="0" lang="ja-JP" altLang="en-US" sz="14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ahoma" pitchFamily="34" charset="0"/>
                        <a:ea typeface="ＭＳ Ｐゴシック" pitchFamily="50" charset="-128"/>
                      </a:endParaRPr>
                    </a:p>
                  </a:txBody>
                  <a:tcPr marL="0" marR="0" marT="0" marB="0" anchor="ctr" anchorCtr="1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3836" name="Text Box 108"/>
          <p:cNvSpPr txBox="1">
            <a:spLocks noChangeArrowheads="1"/>
          </p:cNvSpPr>
          <p:nvPr/>
        </p:nvSpPr>
        <p:spPr bwMode="auto">
          <a:xfrm>
            <a:off x="935043" y="2222504"/>
            <a:ext cx="620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 dirty="0">
                <a:solidFill>
                  <a:srgbClr val="40458C"/>
                </a:solidFill>
              </a:rPr>
              <a:t>the</a:t>
            </a:r>
          </a:p>
        </p:txBody>
      </p:sp>
      <p:sp>
        <p:nvSpPr>
          <p:cNvPr id="73837" name="Text Box 109"/>
          <p:cNvSpPr txBox="1">
            <a:spLocks noChangeArrowheads="1"/>
          </p:cNvSpPr>
          <p:nvPr/>
        </p:nvSpPr>
        <p:spPr bwMode="auto">
          <a:xfrm>
            <a:off x="1974855" y="2795591"/>
            <a:ext cx="67338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boy</a:t>
            </a:r>
          </a:p>
        </p:txBody>
      </p:sp>
      <p:sp>
        <p:nvSpPr>
          <p:cNvPr id="73838" name="Text Box 110"/>
          <p:cNvSpPr txBox="1">
            <a:spLocks noChangeArrowheads="1"/>
          </p:cNvSpPr>
          <p:nvPr/>
        </p:nvSpPr>
        <p:spPr bwMode="auto">
          <a:xfrm>
            <a:off x="2997204" y="3300418"/>
            <a:ext cx="667747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hits</a:t>
            </a:r>
          </a:p>
        </p:txBody>
      </p:sp>
      <p:sp>
        <p:nvSpPr>
          <p:cNvPr id="73839" name="Text Box 111"/>
          <p:cNvSpPr txBox="1">
            <a:spLocks noChangeArrowheads="1"/>
          </p:cNvSpPr>
          <p:nvPr/>
        </p:nvSpPr>
        <p:spPr bwMode="auto">
          <a:xfrm>
            <a:off x="4017968" y="3805242"/>
            <a:ext cx="62068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the</a:t>
            </a:r>
          </a:p>
        </p:txBody>
      </p:sp>
      <p:sp>
        <p:nvSpPr>
          <p:cNvPr id="73840" name="Text Box 112"/>
          <p:cNvSpPr txBox="1">
            <a:spLocks noChangeArrowheads="1"/>
          </p:cNvSpPr>
          <p:nvPr/>
        </p:nvSpPr>
        <p:spPr bwMode="auto">
          <a:xfrm>
            <a:off x="5000628" y="4335466"/>
            <a:ext cx="691215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 dirty="0">
                <a:solidFill>
                  <a:srgbClr val="40458C"/>
                </a:solidFill>
              </a:rPr>
              <a:t>dog</a:t>
            </a:r>
          </a:p>
        </p:txBody>
      </p:sp>
      <p:sp>
        <p:nvSpPr>
          <p:cNvPr id="73841" name="Text Box 113"/>
          <p:cNvSpPr txBox="1">
            <a:spLocks noChangeArrowheads="1"/>
          </p:cNvSpPr>
          <p:nvPr/>
        </p:nvSpPr>
        <p:spPr bwMode="auto">
          <a:xfrm>
            <a:off x="6032504" y="4878392"/>
            <a:ext cx="75911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with</a:t>
            </a:r>
          </a:p>
        </p:txBody>
      </p:sp>
      <p:sp>
        <p:nvSpPr>
          <p:cNvPr id="73842" name="Text Box 114"/>
          <p:cNvSpPr txBox="1">
            <a:spLocks noChangeArrowheads="1"/>
          </p:cNvSpPr>
          <p:nvPr/>
        </p:nvSpPr>
        <p:spPr bwMode="auto">
          <a:xfrm>
            <a:off x="7181851" y="5397503"/>
            <a:ext cx="34657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a</a:t>
            </a:r>
          </a:p>
        </p:txBody>
      </p:sp>
      <p:sp>
        <p:nvSpPr>
          <p:cNvPr id="73843" name="Text Box 115"/>
          <p:cNvSpPr txBox="1">
            <a:spLocks noChangeArrowheads="1"/>
          </p:cNvSpPr>
          <p:nvPr/>
        </p:nvSpPr>
        <p:spPr bwMode="auto">
          <a:xfrm>
            <a:off x="8035928" y="5854703"/>
            <a:ext cx="630429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50" indent="-285750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3000" indent="-228600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400" indent="-228600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ja-JP" sz="2400">
                <a:solidFill>
                  <a:srgbClr val="40458C"/>
                </a:solidFill>
              </a:rPr>
              <a:t>rod</a:t>
            </a:r>
          </a:p>
        </p:txBody>
      </p:sp>
      <p:sp>
        <p:nvSpPr>
          <p:cNvPr id="73845" name="スライド番号プレースホルダー 1"/>
          <p:cNvSpPr>
            <a:spLocks noGrp="1"/>
          </p:cNvSpPr>
          <p:nvPr>
            <p:ph type="sldNum" sz="quarter" idx="16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1pPr>
            <a:lvl2pPr marL="742932" indent="-285744">
              <a:spcBef>
                <a:spcPct val="200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2pPr>
            <a:lvl3pPr marL="1142971" indent="-228594">
              <a:spcBef>
                <a:spcPct val="20000"/>
              </a:spcBef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3pPr>
            <a:lvl4pPr marL="1600160" indent="-228594">
              <a:spcBef>
                <a:spcPct val="20000"/>
              </a:spcBef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4pPr>
            <a:lvl5pPr marL="2057349" indent="-228594">
              <a:spcBef>
                <a:spcPct val="20000"/>
              </a:spcBef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5pPr>
            <a:lvl6pPr marL="2514537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6pPr>
            <a:lvl7pPr marL="2971726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7pPr>
            <a:lvl8pPr marL="3428914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8pPr>
            <a:lvl9pPr marL="3886103" indent="-228594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Tahoma" panose="020B0604030504040204" pitchFamily="34" charset="0"/>
                <a:ea typeface="ＭＳ Ｐゴシック" panose="020B0600070205080204" pitchFamily="50" charset="-128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fld id="{69DF1CB1-E4DE-4811-8311-817942D159AA}" type="slidenum">
              <a:rPr kumimoji="0" lang="en-US" altLang="ja-JP" sz="1400">
                <a:solidFill>
                  <a:srgbClr val="40458C"/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buClrTx/>
                <a:buSzTx/>
                <a:buNone/>
              </a:pPr>
              <a:t>4</a:t>
            </a:fld>
            <a:endParaRPr kumimoji="0" lang="en-US" altLang="ja-JP" sz="1400">
              <a:solidFill>
                <a:srgbClr val="40458C"/>
              </a:solidFill>
            </a:endParaRPr>
          </a:p>
        </p:txBody>
      </p:sp>
      <p:sp>
        <p:nvSpPr>
          <p:cNvPr id="21" name="Rectangle 4" descr="Rectangle: Click to edit Master text styles&#10;Second level&#10;Third level&#10;Fourth level&#10;Fifth level"/>
          <p:cNvSpPr txBox="1">
            <a:spLocks noChangeArrowheads="1"/>
          </p:cNvSpPr>
          <p:nvPr/>
        </p:nvSpPr>
        <p:spPr bwMode="auto">
          <a:xfrm>
            <a:off x="-3356119" y="1700213"/>
            <a:ext cx="3316582" cy="19102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891" indent="-342891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Blip>
                <a:blip r:embed="rId2"/>
              </a:buBlip>
              <a:defRPr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32" indent="-28574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2971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95000"/>
              <a:buFont typeface="Wingdings" panose="05000000000000000000" pitchFamily="2" charset="2"/>
              <a:buChar char="w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160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65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349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537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726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8914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103" indent="-228594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60000"/>
              <a:buFont typeface="Wingdings" pitchFamily="2" charset="2"/>
              <a:buChar char="n"/>
              <a:defRPr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0" indent="0" eaLnBrk="1" hangingPunct="1">
              <a:lnSpc>
                <a:spcPct val="80000"/>
              </a:lnSpc>
              <a:buNone/>
            </a:pPr>
            <a:endParaRPr kumimoji="0" lang="en-US" altLang="ja-JP" sz="1200" kern="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/>
              <a:t>input sentence:  The boy hits the dog with a rod.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kumimoji="0" lang="en-US" altLang="ja-JP" sz="1200" kern="0" dirty="0"/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/>
              <a:t>Grammar  rules: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/>
              <a:t>	sentence 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 np, 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vp</a:t>
            </a:r>
            <a:endParaRPr kumimoji="0" lang="en-US" altLang="ja-JP" sz="1200" kern="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/>
              <a:t> 	np 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 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det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, n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	np </a:t>
            </a:r>
            <a:r>
              <a:rPr kumimoji="0" lang="en-US" altLang="ja-JP" sz="1200" kern="0" dirty="0">
                <a:solidFill>
                  <a:srgbClr val="40458C"/>
                </a:solidFill>
                <a:sym typeface="Wingdings" panose="05000000000000000000" pitchFamily="2" charset="2"/>
              </a:rPr>
              <a:t></a:t>
            </a:r>
            <a:r>
              <a:rPr kumimoji="0" lang="ja-JP" altLang="en-US" sz="1200" kern="0" dirty="0">
                <a:solidFill>
                  <a:srgbClr val="40458C"/>
                </a:solidFill>
                <a:sym typeface="Wingdings" panose="05000000000000000000" pitchFamily="2" charset="2"/>
              </a:rPr>
              <a:t> </a:t>
            </a:r>
            <a:r>
              <a:rPr kumimoji="0" lang="en-US" altLang="ja-JP" sz="1200" kern="0" dirty="0">
                <a:solidFill>
                  <a:srgbClr val="40458C"/>
                </a:solidFill>
                <a:sym typeface="Wingdings" panose="05000000000000000000" pitchFamily="2" charset="2"/>
              </a:rPr>
              <a:t>np, pp</a:t>
            </a:r>
            <a:endParaRPr kumimoji="0" lang="en-US" altLang="ja-JP" sz="1200" kern="0" dirty="0">
              <a:sym typeface="Wingdings" panose="05000000000000000000" pitchFamily="2" charset="2"/>
            </a:endParaRP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vp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  verb,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vp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  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vp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, pp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pp  prep, np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</a:t>
            </a:r>
            <a:r>
              <a:rPr kumimoji="0" lang="en-US" altLang="ja-JP" sz="1200" kern="0" dirty="0" err="1">
                <a:sym typeface="Wingdings" panose="05000000000000000000" pitchFamily="2" charset="2"/>
              </a:rPr>
              <a:t>det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  [the] | [a]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n  [boy] | [dog] | | [rod] 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>
                <a:sym typeface="Wingdings" panose="05000000000000000000" pitchFamily="2" charset="2"/>
              </a:rPr>
              <a:t> 	verb  [hits]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r>
              <a:rPr kumimoji="0" lang="en-US" altLang="ja-JP" sz="1200" kern="0" dirty="0"/>
              <a:t> 	prep </a:t>
            </a:r>
            <a:r>
              <a:rPr kumimoji="0" lang="en-US" altLang="ja-JP" sz="1200" kern="0" dirty="0">
                <a:sym typeface="Wingdings" panose="05000000000000000000" pitchFamily="2" charset="2"/>
              </a:rPr>
              <a:t> [with]</a:t>
            </a:r>
          </a:p>
          <a:p>
            <a:pPr marL="0" indent="0" eaLnBrk="1" hangingPunct="1">
              <a:lnSpc>
                <a:spcPct val="80000"/>
              </a:lnSpc>
              <a:buNone/>
            </a:pPr>
            <a:endParaRPr kumimoji="0" lang="en-US" altLang="ja-JP" sz="1200" kern="0" dirty="0">
              <a:sym typeface="Wingdings" panose="05000000000000000000" pitchFamily="2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349229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66EBFB99-1EAE-4C40-B3B9-92DDA8E6F51A}" type="slidenum">
              <a:rPr lang="en-US" altLang="ja-JP" smtClean="0"/>
              <a:pPr>
                <a:defRPr/>
              </a:pPr>
              <a:t>5</a:t>
            </a:fld>
            <a:endParaRPr lang="en-US" altLang="ja-JP"/>
          </a:p>
        </p:txBody>
      </p:sp>
      <p:sp>
        <p:nvSpPr>
          <p:cNvPr id="5" name="正方形/長方形 4"/>
          <p:cNvSpPr/>
          <p:nvPr/>
        </p:nvSpPr>
        <p:spPr>
          <a:xfrm>
            <a:off x="7251442" y="4421308"/>
            <a:ext cx="2273559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050" dirty="0"/>
              <a:t>case(lack-3, Despite-1)</a:t>
            </a:r>
          </a:p>
          <a:p>
            <a:r>
              <a:rPr lang="en-US" altLang="ja-JP" sz="1050" dirty="0" err="1"/>
              <a:t>det</a:t>
            </a:r>
            <a:r>
              <a:rPr lang="en-US" altLang="ja-JP" sz="1050" dirty="0"/>
              <a:t>(lack-3, a-2)</a:t>
            </a:r>
          </a:p>
          <a:p>
            <a:r>
              <a:rPr lang="en-US" altLang="ja-JP" sz="1050" dirty="0" err="1"/>
              <a:t>nmod</a:t>
            </a:r>
            <a:r>
              <a:rPr lang="en-US" altLang="ja-JP" sz="1050" dirty="0"/>
              <a:t>(won-10, lack-3)</a:t>
            </a:r>
          </a:p>
          <a:p>
            <a:r>
              <a:rPr lang="en-US" altLang="ja-JP" sz="1050" dirty="0"/>
              <a:t>case(experience-6, of-4)</a:t>
            </a:r>
          </a:p>
          <a:p>
            <a:r>
              <a:rPr lang="en-US" altLang="ja-JP" sz="1050" dirty="0" err="1"/>
              <a:t>amod</a:t>
            </a:r>
            <a:r>
              <a:rPr lang="en-US" altLang="ja-JP" sz="1050" dirty="0"/>
              <a:t>(experience-6, political-5)</a:t>
            </a:r>
          </a:p>
          <a:p>
            <a:r>
              <a:rPr lang="en-US" altLang="ja-JP" sz="1050" dirty="0" err="1"/>
              <a:t>nmod</a:t>
            </a:r>
            <a:r>
              <a:rPr lang="en-US" altLang="ja-JP" sz="1050" dirty="0"/>
              <a:t>(lack-3, experience-6)</a:t>
            </a:r>
          </a:p>
          <a:p>
            <a:r>
              <a:rPr lang="en-US" altLang="ja-JP" sz="1050" dirty="0"/>
              <a:t>compound(Trump-9, Donald-8)</a:t>
            </a:r>
          </a:p>
          <a:p>
            <a:r>
              <a:rPr lang="en-US" altLang="ja-JP" sz="1050" dirty="0" err="1"/>
              <a:t>nsubj</a:t>
            </a:r>
            <a:r>
              <a:rPr lang="en-US" altLang="ja-JP" sz="1050" dirty="0"/>
              <a:t>(won-10, Trump-9)</a:t>
            </a:r>
          </a:p>
          <a:p>
            <a:r>
              <a:rPr lang="en-US" altLang="ja-JP" sz="1050" dirty="0"/>
              <a:t>root(ROOT-0, won-10)</a:t>
            </a:r>
          </a:p>
          <a:p>
            <a:r>
              <a:rPr lang="en-US" altLang="ja-JP" sz="1050" dirty="0" err="1"/>
              <a:t>det</a:t>
            </a:r>
            <a:r>
              <a:rPr lang="en-US" altLang="ja-JP" sz="1050" dirty="0"/>
              <a:t>(election-13, the-11)</a:t>
            </a:r>
          </a:p>
          <a:p>
            <a:r>
              <a:rPr lang="en-US" altLang="ja-JP" sz="1050" dirty="0" err="1"/>
              <a:t>amod</a:t>
            </a:r>
            <a:r>
              <a:rPr lang="en-US" altLang="ja-JP" sz="1050" dirty="0"/>
              <a:t>(election-13, presidential-12)</a:t>
            </a:r>
          </a:p>
          <a:p>
            <a:r>
              <a:rPr lang="en-US" altLang="ja-JP" sz="1050" dirty="0" err="1"/>
              <a:t>dobj</a:t>
            </a:r>
            <a:r>
              <a:rPr lang="en-US" altLang="ja-JP" sz="1050" dirty="0"/>
              <a:t>(won-10, election-13)</a:t>
            </a:r>
            <a:endParaRPr lang="ja-JP" altLang="en-US" sz="1050" dirty="0"/>
          </a:p>
        </p:txBody>
      </p:sp>
      <p:sp>
        <p:nvSpPr>
          <p:cNvPr id="7" name="正方形/長方形 6"/>
          <p:cNvSpPr/>
          <p:nvPr/>
        </p:nvSpPr>
        <p:spPr>
          <a:xfrm>
            <a:off x="1273629" y="455942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ja-JP" altLang="en-US" dirty="0"/>
              <a:t>Despite a lack of political experience, Donald Trump won the presidential election.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447550" y="3773811"/>
            <a:ext cx="115653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Despite-1</a:t>
            </a:r>
            <a:endParaRPr lang="ja-JP" altLang="en-US" dirty="0"/>
          </a:p>
        </p:txBody>
      </p:sp>
      <p:sp>
        <p:nvSpPr>
          <p:cNvPr id="13" name="正方形/長方形 12"/>
          <p:cNvSpPr/>
          <p:nvPr/>
        </p:nvSpPr>
        <p:spPr>
          <a:xfrm>
            <a:off x="1980617" y="3773414"/>
            <a:ext cx="5164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a-2</a:t>
            </a:r>
            <a:endParaRPr lang="ja-JP" altLang="en-US" dirty="0"/>
          </a:p>
        </p:txBody>
      </p:sp>
      <p:sp>
        <p:nvSpPr>
          <p:cNvPr id="14" name="正方形/長方形 13"/>
          <p:cNvSpPr/>
          <p:nvPr/>
        </p:nvSpPr>
        <p:spPr>
          <a:xfrm>
            <a:off x="1874436" y="2787631"/>
            <a:ext cx="78002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lack-3</a:t>
            </a:r>
            <a:endParaRPr lang="ja-JP" altLang="en-US" dirty="0"/>
          </a:p>
        </p:txBody>
      </p:sp>
      <p:sp>
        <p:nvSpPr>
          <p:cNvPr id="15" name="正方形/長方形 14"/>
          <p:cNvSpPr/>
          <p:nvPr/>
        </p:nvSpPr>
        <p:spPr>
          <a:xfrm>
            <a:off x="2673796" y="4526127"/>
            <a:ext cx="5857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of-4</a:t>
            </a:r>
            <a:endParaRPr lang="ja-JP" altLang="en-US" dirty="0"/>
          </a:p>
        </p:txBody>
      </p:sp>
      <p:sp>
        <p:nvSpPr>
          <p:cNvPr id="16" name="正方形/長方形 15"/>
          <p:cNvSpPr/>
          <p:nvPr/>
        </p:nvSpPr>
        <p:spPr>
          <a:xfrm>
            <a:off x="3833929" y="4526127"/>
            <a:ext cx="116480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political-5</a:t>
            </a:r>
            <a:endParaRPr lang="ja-JP" altLang="en-US" dirty="0"/>
          </a:p>
        </p:txBody>
      </p:sp>
      <p:sp>
        <p:nvSpPr>
          <p:cNvPr id="17" name="正方形/長方形 16"/>
          <p:cNvSpPr/>
          <p:nvPr/>
        </p:nvSpPr>
        <p:spPr>
          <a:xfrm>
            <a:off x="2983626" y="3824014"/>
            <a:ext cx="149432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experience-6</a:t>
            </a:r>
            <a:endParaRPr lang="ja-JP" altLang="en-US" dirty="0"/>
          </a:p>
        </p:txBody>
      </p:sp>
      <p:sp>
        <p:nvSpPr>
          <p:cNvPr id="18" name="正方形/長方形 17"/>
          <p:cNvSpPr/>
          <p:nvPr/>
        </p:nvSpPr>
        <p:spPr>
          <a:xfrm>
            <a:off x="5110328" y="3773395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Donald-8</a:t>
            </a:r>
            <a:endParaRPr lang="ja-JP" altLang="en-US" dirty="0"/>
          </a:p>
        </p:txBody>
      </p:sp>
      <p:sp>
        <p:nvSpPr>
          <p:cNvPr id="19" name="正方形/長方形 18"/>
          <p:cNvSpPr/>
          <p:nvPr/>
        </p:nvSpPr>
        <p:spPr>
          <a:xfrm>
            <a:off x="5143480" y="3071014"/>
            <a:ext cx="10416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Trump-9</a:t>
            </a:r>
            <a:endParaRPr lang="ja-JP" altLang="en-US" dirty="0"/>
          </a:p>
        </p:txBody>
      </p:sp>
      <p:sp>
        <p:nvSpPr>
          <p:cNvPr id="20" name="正方形/長方形 19"/>
          <p:cNvSpPr/>
          <p:nvPr/>
        </p:nvSpPr>
        <p:spPr>
          <a:xfrm>
            <a:off x="2673797" y="1981839"/>
            <a:ext cx="94609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won-10</a:t>
            </a:r>
            <a:endParaRPr lang="ja-JP" altLang="en-US" dirty="0"/>
          </a:p>
        </p:txBody>
      </p:sp>
      <p:sp>
        <p:nvSpPr>
          <p:cNvPr id="21" name="正方形/長方形 20"/>
          <p:cNvSpPr/>
          <p:nvPr/>
        </p:nvSpPr>
        <p:spPr>
          <a:xfrm>
            <a:off x="2658055" y="1268662"/>
            <a:ext cx="97757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ROOT-0</a:t>
            </a:r>
            <a:endParaRPr lang="ja-JP" altLang="en-US" dirty="0"/>
          </a:p>
        </p:txBody>
      </p:sp>
      <p:sp>
        <p:nvSpPr>
          <p:cNvPr id="22" name="正方形/長方形 21"/>
          <p:cNvSpPr/>
          <p:nvPr/>
        </p:nvSpPr>
        <p:spPr>
          <a:xfrm>
            <a:off x="6627875" y="3773395"/>
            <a:ext cx="84830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the-11</a:t>
            </a:r>
            <a:endParaRPr lang="ja-JP" altLang="en-US" dirty="0"/>
          </a:p>
        </p:txBody>
      </p:sp>
      <p:sp>
        <p:nvSpPr>
          <p:cNvPr id="23" name="正方形/長方形 22"/>
          <p:cNvSpPr/>
          <p:nvPr/>
        </p:nvSpPr>
        <p:spPr>
          <a:xfrm>
            <a:off x="7052029" y="3130728"/>
            <a:ext cx="130676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election-13</a:t>
            </a:r>
            <a:endParaRPr lang="ja-JP" altLang="en-US" dirty="0"/>
          </a:p>
        </p:txBody>
      </p:sp>
      <p:sp>
        <p:nvSpPr>
          <p:cNvPr id="24" name="正方形/長方形 23"/>
          <p:cNvSpPr/>
          <p:nvPr/>
        </p:nvSpPr>
        <p:spPr>
          <a:xfrm>
            <a:off x="7642316" y="3758404"/>
            <a:ext cx="169193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dirty="0"/>
              <a:t>presidential-12</a:t>
            </a:r>
            <a:endParaRPr lang="ja-JP" altLang="en-US" dirty="0"/>
          </a:p>
        </p:txBody>
      </p:sp>
      <p:cxnSp>
        <p:nvCxnSpPr>
          <p:cNvPr id="26" name="直線コネクタ 25"/>
          <p:cNvCxnSpPr>
            <a:stCxn id="14" idx="2"/>
            <a:endCxn id="12" idx="0"/>
          </p:cNvCxnSpPr>
          <p:nvPr/>
        </p:nvCxnSpPr>
        <p:spPr bwMode="auto">
          <a:xfrm flipH="1">
            <a:off x="1025817" y="3156963"/>
            <a:ext cx="1238630" cy="616848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0" name="直線コネクタ 29"/>
          <p:cNvCxnSpPr>
            <a:stCxn id="14" idx="2"/>
            <a:endCxn id="13" idx="0"/>
          </p:cNvCxnSpPr>
          <p:nvPr/>
        </p:nvCxnSpPr>
        <p:spPr bwMode="auto">
          <a:xfrm flipH="1">
            <a:off x="2238861" y="3156964"/>
            <a:ext cx="25586" cy="616451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5" name="直線コネクタ 34"/>
          <p:cNvCxnSpPr>
            <a:stCxn id="20" idx="2"/>
            <a:endCxn id="14" idx="0"/>
          </p:cNvCxnSpPr>
          <p:nvPr/>
        </p:nvCxnSpPr>
        <p:spPr bwMode="auto">
          <a:xfrm flipH="1">
            <a:off x="2264447" y="2351171"/>
            <a:ext cx="882396" cy="436460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8" name="直線コネクタ 37"/>
          <p:cNvCxnSpPr>
            <a:stCxn id="17" idx="2"/>
            <a:endCxn id="15" idx="0"/>
          </p:cNvCxnSpPr>
          <p:nvPr/>
        </p:nvCxnSpPr>
        <p:spPr bwMode="auto">
          <a:xfrm flipH="1">
            <a:off x="2966666" y="4193347"/>
            <a:ext cx="764121" cy="332781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4" name="直線コネクタ 43"/>
          <p:cNvCxnSpPr>
            <a:stCxn id="17" idx="2"/>
            <a:endCxn id="16" idx="0"/>
          </p:cNvCxnSpPr>
          <p:nvPr/>
        </p:nvCxnSpPr>
        <p:spPr bwMode="auto">
          <a:xfrm>
            <a:off x="3730786" y="4193347"/>
            <a:ext cx="685546" cy="332781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47" name="直線コネクタ 46"/>
          <p:cNvCxnSpPr>
            <a:stCxn id="14" idx="2"/>
            <a:endCxn id="17" idx="0"/>
          </p:cNvCxnSpPr>
          <p:nvPr/>
        </p:nvCxnSpPr>
        <p:spPr bwMode="auto">
          <a:xfrm>
            <a:off x="2264448" y="3156964"/>
            <a:ext cx="1466339" cy="667051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0" name="直線コネクタ 49"/>
          <p:cNvCxnSpPr>
            <a:stCxn id="19" idx="2"/>
            <a:endCxn id="18" idx="0"/>
          </p:cNvCxnSpPr>
          <p:nvPr/>
        </p:nvCxnSpPr>
        <p:spPr bwMode="auto">
          <a:xfrm flipH="1">
            <a:off x="5664327" y="3440347"/>
            <a:ext cx="1" cy="333049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4" name="直線コネクタ 53"/>
          <p:cNvCxnSpPr>
            <a:stCxn id="20" idx="2"/>
            <a:endCxn id="19" idx="0"/>
          </p:cNvCxnSpPr>
          <p:nvPr/>
        </p:nvCxnSpPr>
        <p:spPr bwMode="auto">
          <a:xfrm>
            <a:off x="3146843" y="2351172"/>
            <a:ext cx="2517484" cy="719843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57" name="直線コネクタ 56"/>
          <p:cNvCxnSpPr>
            <a:stCxn id="21" idx="2"/>
            <a:endCxn id="20" idx="0"/>
          </p:cNvCxnSpPr>
          <p:nvPr/>
        </p:nvCxnSpPr>
        <p:spPr bwMode="auto">
          <a:xfrm>
            <a:off x="3146843" y="1637995"/>
            <a:ext cx="1" cy="343845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1" name="直線コネクタ 60"/>
          <p:cNvCxnSpPr>
            <a:stCxn id="23" idx="2"/>
            <a:endCxn id="22" idx="0"/>
          </p:cNvCxnSpPr>
          <p:nvPr/>
        </p:nvCxnSpPr>
        <p:spPr bwMode="auto">
          <a:xfrm flipH="1">
            <a:off x="7052029" y="3500061"/>
            <a:ext cx="653384" cy="273335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6" name="直線コネクタ 65"/>
          <p:cNvCxnSpPr>
            <a:stCxn id="23" idx="2"/>
            <a:endCxn id="24" idx="0"/>
          </p:cNvCxnSpPr>
          <p:nvPr/>
        </p:nvCxnSpPr>
        <p:spPr bwMode="auto">
          <a:xfrm>
            <a:off x="7705413" y="3500060"/>
            <a:ext cx="782872" cy="258344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9" name="直線コネクタ 68"/>
          <p:cNvCxnSpPr>
            <a:stCxn id="20" idx="2"/>
            <a:endCxn id="23" idx="0"/>
          </p:cNvCxnSpPr>
          <p:nvPr/>
        </p:nvCxnSpPr>
        <p:spPr bwMode="auto">
          <a:xfrm>
            <a:off x="3146843" y="2351172"/>
            <a:ext cx="4558570" cy="779557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1677201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2542699" y="-19964118"/>
            <a:ext cx="7524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en-US" altLang="ja-JP" sz="1400" dirty="0">
                <a:solidFill>
                  <a:srgbClr val="FF0000"/>
                </a:solidFill>
              </a:rPr>
              <a:t>]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00B0F0"/>
                </a:solidFill>
              </a:rPr>
              <a:t>[</a:t>
            </a:r>
            <a:r>
              <a:rPr lang="ja-JP" altLang="en-US" sz="1400" dirty="0"/>
              <a:t>Despite a lack of political experience, Donald Trump won the presidential election.</a:t>
            </a:r>
            <a:r>
              <a:rPr lang="en-US" altLang="ja-JP" sz="1400" dirty="0"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5" name="正方形/長方形 4"/>
          <p:cNvSpPr/>
          <p:nvPr/>
        </p:nvSpPr>
        <p:spPr>
          <a:xfrm>
            <a:off x="1657486" y="-19782934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sp>
        <p:nvSpPr>
          <p:cNvPr id="12" name="正方形/長方形 11"/>
          <p:cNvSpPr/>
          <p:nvPr/>
        </p:nvSpPr>
        <p:spPr>
          <a:xfrm>
            <a:off x="2542699" y="-19625564"/>
            <a:ext cx="7524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ja-JP" altLang="en-US" sz="1400" dirty="0"/>
              <a:t> Despite</a:t>
            </a:r>
            <a:r>
              <a:rPr lang="en-US" altLang="ja-JP" sz="1400" dirty="0">
                <a:solidFill>
                  <a:srgbClr val="FF0000"/>
                </a:solidFill>
              </a:rPr>
              <a:t>] </a:t>
            </a:r>
            <a:r>
              <a:rPr lang="en-US" altLang="ja-JP" sz="1400" dirty="0">
                <a:solidFill>
                  <a:srgbClr val="00B0F0"/>
                </a:solidFill>
              </a:rPr>
              <a:t>[</a:t>
            </a:r>
            <a:r>
              <a:rPr lang="ja-JP" altLang="en-US" sz="1400" dirty="0"/>
              <a:t>a lack of political experience, Donald Trump won the presidential election.</a:t>
            </a:r>
            <a:r>
              <a:rPr lang="en-US" altLang="ja-JP" sz="1400" dirty="0">
                <a:solidFill>
                  <a:srgbClr val="00B0F0"/>
                </a:solidFill>
              </a:rPr>
              <a:t>]</a:t>
            </a:r>
          </a:p>
        </p:txBody>
      </p:sp>
      <p:sp>
        <p:nvSpPr>
          <p:cNvPr id="13" name="正方形/長方形 12"/>
          <p:cNvSpPr/>
          <p:nvPr/>
        </p:nvSpPr>
        <p:spPr>
          <a:xfrm>
            <a:off x="2542699" y="-19279063"/>
            <a:ext cx="7524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ja-JP" altLang="en-US" sz="1400" dirty="0"/>
              <a:t> Despite</a:t>
            </a:r>
            <a:r>
              <a:rPr lang="en-US" altLang="ja-JP" sz="1400" dirty="0">
                <a:solidFill>
                  <a:srgbClr val="FF0000"/>
                </a:solidFill>
              </a:rPr>
              <a:t> </a:t>
            </a:r>
            <a:r>
              <a:rPr lang="ja-JP" altLang="en-US" sz="1400" dirty="0"/>
              <a:t>a</a:t>
            </a:r>
            <a:r>
              <a:rPr lang="en-US" altLang="ja-JP" sz="1400" dirty="0">
                <a:solidFill>
                  <a:srgbClr val="FF0000"/>
                </a:solidFill>
              </a:rPr>
              <a:t>]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00B0F0"/>
                </a:solidFill>
              </a:rPr>
              <a:t>[</a:t>
            </a:r>
            <a:r>
              <a:rPr lang="ja-JP" altLang="en-US" sz="1400" dirty="0"/>
              <a:t>lack of political experience, Donald Trump won the presidential election.</a:t>
            </a:r>
            <a:r>
              <a:rPr lang="en-US" altLang="ja-JP" sz="1400" dirty="0">
                <a:solidFill>
                  <a:srgbClr val="00B0F0"/>
                </a:solidFill>
              </a:rPr>
              <a:t>]</a:t>
            </a:r>
            <a:endParaRPr lang="ja-JP" altLang="en-US" sz="1400" dirty="0">
              <a:solidFill>
                <a:srgbClr val="00B0F0"/>
              </a:solidFill>
            </a:endParaRPr>
          </a:p>
        </p:txBody>
      </p:sp>
      <p:sp>
        <p:nvSpPr>
          <p:cNvPr id="14" name="正方形/長方形 13"/>
          <p:cNvSpPr/>
          <p:nvPr/>
        </p:nvSpPr>
        <p:spPr>
          <a:xfrm>
            <a:off x="2542699" y="-18929849"/>
            <a:ext cx="7524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ja-JP" altLang="en-US" sz="1400" dirty="0"/>
              <a:t> Despite</a:t>
            </a:r>
            <a:r>
              <a:rPr lang="en-US" altLang="ja-JP" sz="1400" dirty="0">
                <a:solidFill>
                  <a:srgbClr val="FF0000"/>
                </a:solidFill>
              </a:rPr>
              <a:t> </a:t>
            </a:r>
            <a:r>
              <a:rPr lang="ja-JP" altLang="en-US" sz="1400" dirty="0"/>
              <a:t>a</a:t>
            </a:r>
            <a:r>
              <a:rPr lang="en-US" altLang="ja-JP" sz="1400" dirty="0">
                <a:solidFill>
                  <a:srgbClr val="FF0000"/>
                </a:solidFill>
              </a:rPr>
              <a:t> </a:t>
            </a:r>
            <a:r>
              <a:rPr lang="ja-JP" altLang="en-US" sz="1400" dirty="0"/>
              <a:t>lack</a:t>
            </a:r>
            <a:r>
              <a:rPr lang="en-US" altLang="ja-JP" sz="1400" dirty="0">
                <a:solidFill>
                  <a:srgbClr val="FF0000"/>
                </a:solidFill>
              </a:rPr>
              <a:t>]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00B0F0"/>
                </a:solidFill>
              </a:rPr>
              <a:t>[</a:t>
            </a:r>
            <a:r>
              <a:rPr lang="ja-JP" altLang="en-US" sz="1400" dirty="0"/>
              <a:t>of political experience, Donald Trump won the presidential election.</a:t>
            </a:r>
            <a:r>
              <a:rPr lang="en-US" altLang="ja-JP" sz="1400" dirty="0">
                <a:solidFill>
                  <a:srgbClr val="00B0F0"/>
                </a:solidFill>
              </a:rPr>
              <a:t>]</a:t>
            </a:r>
            <a:endParaRPr lang="ja-JP" altLang="en-US" sz="1400" dirty="0">
              <a:solidFill>
                <a:srgbClr val="00B0F0"/>
              </a:solidFill>
            </a:endParaRPr>
          </a:p>
        </p:txBody>
      </p:sp>
      <p:sp>
        <p:nvSpPr>
          <p:cNvPr id="15" name="正方形/長方形 14"/>
          <p:cNvSpPr/>
          <p:nvPr/>
        </p:nvSpPr>
        <p:spPr>
          <a:xfrm>
            <a:off x="1657486" y="-19432952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sp>
        <p:nvSpPr>
          <p:cNvPr id="16" name="正方形/長方形 15"/>
          <p:cNvSpPr/>
          <p:nvPr/>
        </p:nvSpPr>
        <p:spPr>
          <a:xfrm>
            <a:off x="1657486" y="-19125943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sp>
        <p:nvSpPr>
          <p:cNvPr id="17" name="正方形/長方形 16"/>
          <p:cNvSpPr/>
          <p:nvPr/>
        </p:nvSpPr>
        <p:spPr>
          <a:xfrm>
            <a:off x="1279562" y="-18752625"/>
            <a:ext cx="920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sp>
        <p:nvSpPr>
          <p:cNvPr id="18" name="正方形/長方形 17"/>
          <p:cNvSpPr/>
          <p:nvPr/>
        </p:nvSpPr>
        <p:spPr>
          <a:xfrm>
            <a:off x="2542699" y="-18583348"/>
            <a:ext cx="752475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ja-JP" altLang="en-US" sz="1400" dirty="0"/>
              <a:t> Despite</a:t>
            </a:r>
            <a:r>
              <a:rPr lang="en-US" altLang="ja-JP" sz="1400" dirty="0">
                <a:solidFill>
                  <a:srgbClr val="FF0000"/>
                </a:solidFill>
              </a:rPr>
              <a:t> </a:t>
            </a:r>
            <a:r>
              <a:rPr lang="ja-JP" altLang="en-US" sz="1400" dirty="0"/>
              <a:t>lack</a:t>
            </a:r>
            <a:r>
              <a:rPr lang="en-US" altLang="ja-JP" sz="1400" dirty="0">
                <a:solidFill>
                  <a:srgbClr val="FF0000"/>
                </a:solidFill>
              </a:rPr>
              <a:t>]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00B0F0"/>
                </a:solidFill>
              </a:rPr>
              <a:t>[</a:t>
            </a:r>
            <a:r>
              <a:rPr lang="ja-JP" altLang="en-US" sz="1400" dirty="0"/>
              <a:t>of political experience, Donald Trump won the presidential election.</a:t>
            </a:r>
            <a:r>
              <a:rPr lang="en-US" altLang="ja-JP" sz="1400" dirty="0">
                <a:solidFill>
                  <a:srgbClr val="00B0F0"/>
                </a:solidFill>
              </a:rPr>
              <a:t>]</a:t>
            </a:r>
            <a:endParaRPr lang="ja-JP" altLang="en-US" sz="1400" dirty="0">
              <a:solidFill>
                <a:srgbClr val="00B0F0"/>
              </a:solidFill>
            </a:endParaRPr>
          </a:p>
        </p:txBody>
      </p:sp>
      <p:sp>
        <p:nvSpPr>
          <p:cNvPr id="20" name="正方形/長方形 19"/>
          <p:cNvSpPr/>
          <p:nvPr/>
        </p:nvSpPr>
        <p:spPr>
          <a:xfrm>
            <a:off x="3508575" y="-18156424"/>
            <a:ext cx="27924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a</a:t>
            </a:r>
            <a:endParaRPr lang="ja-JP" altLang="en-US" sz="1400" dirty="0"/>
          </a:p>
        </p:txBody>
      </p:sp>
      <p:cxnSp>
        <p:nvCxnSpPr>
          <p:cNvPr id="33" name="直線コネクタ 32"/>
          <p:cNvCxnSpPr>
            <a:endCxn id="20" idx="0"/>
          </p:cNvCxnSpPr>
          <p:nvPr/>
        </p:nvCxnSpPr>
        <p:spPr bwMode="auto">
          <a:xfrm flipH="1">
            <a:off x="3648198" y="-18289681"/>
            <a:ext cx="303129" cy="133257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74" name="グループ化 73"/>
          <p:cNvGrpSpPr/>
          <p:nvPr/>
        </p:nvGrpSpPr>
        <p:grpSpPr>
          <a:xfrm>
            <a:off x="2571750" y="-17867707"/>
            <a:ext cx="7524750" cy="693001"/>
            <a:chOff x="1006951" y="2248885"/>
            <a:chExt cx="7524750" cy="693001"/>
          </a:xfrm>
        </p:grpSpPr>
        <p:sp>
          <p:nvSpPr>
            <p:cNvPr id="46" name="正方形/長方形 45"/>
            <p:cNvSpPr/>
            <p:nvPr/>
          </p:nvSpPr>
          <p:spPr>
            <a:xfrm>
              <a:off x="1006951" y="2248885"/>
              <a:ext cx="752475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of political experience, Donald 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47" name="正方形/長方形 46"/>
            <p:cNvSpPr/>
            <p:nvPr/>
          </p:nvSpPr>
          <p:spPr>
            <a:xfrm>
              <a:off x="1916966" y="2634109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48" name="直線コネクタ 47"/>
            <p:cNvCxnSpPr>
              <a:endCxn id="47" idx="0"/>
            </p:cNvCxnSpPr>
            <p:nvPr/>
          </p:nvCxnSpPr>
          <p:spPr bwMode="auto">
            <a:xfrm>
              <a:off x="1796346" y="2528757"/>
              <a:ext cx="260242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1" name="正方形/長方形 50"/>
            <p:cNvSpPr/>
            <p:nvPr/>
          </p:nvSpPr>
          <p:spPr>
            <a:xfrm>
              <a:off x="1019851" y="2634109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53" name="直線コネクタ 52"/>
            <p:cNvCxnSpPr>
              <a:endCxn id="51" idx="0"/>
            </p:cNvCxnSpPr>
            <p:nvPr/>
          </p:nvCxnSpPr>
          <p:spPr bwMode="auto">
            <a:xfrm flipH="1">
              <a:off x="1408099" y="2528757"/>
              <a:ext cx="388248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9" name="正方形/長方形 58"/>
          <p:cNvSpPr/>
          <p:nvPr/>
        </p:nvSpPr>
        <p:spPr>
          <a:xfrm>
            <a:off x="1279562" y="-18226187"/>
            <a:ext cx="920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sp>
        <p:nvSpPr>
          <p:cNvPr id="60" name="正方形/長方形 59"/>
          <p:cNvSpPr/>
          <p:nvPr/>
        </p:nvSpPr>
        <p:spPr>
          <a:xfrm>
            <a:off x="1657486" y="-17544585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grpSp>
        <p:nvGrpSpPr>
          <p:cNvPr id="73" name="グループ化 72"/>
          <p:cNvGrpSpPr/>
          <p:nvPr/>
        </p:nvGrpSpPr>
        <p:grpSpPr>
          <a:xfrm>
            <a:off x="2542699" y="-17125937"/>
            <a:ext cx="7524750" cy="693001"/>
            <a:chOff x="977900" y="2990655"/>
            <a:chExt cx="7524750" cy="693001"/>
          </a:xfrm>
        </p:grpSpPr>
        <p:sp>
          <p:nvSpPr>
            <p:cNvPr id="61" name="正方形/長方形 60"/>
            <p:cNvSpPr/>
            <p:nvPr/>
          </p:nvSpPr>
          <p:spPr>
            <a:xfrm>
              <a:off x="977900" y="2990655"/>
              <a:ext cx="752475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 of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political experience, Donald 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62" name="正方形/長方形 61"/>
            <p:cNvSpPr/>
            <p:nvPr/>
          </p:nvSpPr>
          <p:spPr>
            <a:xfrm>
              <a:off x="1887915" y="3375879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63" name="直線コネクタ 62"/>
            <p:cNvCxnSpPr>
              <a:endCxn id="62" idx="0"/>
            </p:cNvCxnSpPr>
            <p:nvPr/>
          </p:nvCxnSpPr>
          <p:spPr bwMode="auto">
            <a:xfrm>
              <a:off x="1767295" y="3270527"/>
              <a:ext cx="260242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64" name="正方形/長方形 63"/>
            <p:cNvSpPr/>
            <p:nvPr/>
          </p:nvSpPr>
          <p:spPr>
            <a:xfrm>
              <a:off x="990800" y="3375879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65" name="直線コネクタ 64"/>
            <p:cNvCxnSpPr>
              <a:endCxn id="64" idx="0"/>
            </p:cNvCxnSpPr>
            <p:nvPr/>
          </p:nvCxnSpPr>
          <p:spPr bwMode="auto">
            <a:xfrm flipH="1">
              <a:off x="1379048" y="3270527"/>
              <a:ext cx="388248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2" name="グループ化 71"/>
          <p:cNvGrpSpPr/>
          <p:nvPr/>
        </p:nvGrpSpPr>
        <p:grpSpPr>
          <a:xfrm>
            <a:off x="2553185" y="-16410296"/>
            <a:ext cx="7524750" cy="693001"/>
            <a:chOff x="988386" y="3706296"/>
            <a:chExt cx="7524750" cy="693001"/>
          </a:xfrm>
        </p:grpSpPr>
        <p:sp>
          <p:nvSpPr>
            <p:cNvPr id="67" name="正方形/長方形 66"/>
            <p:cNvSpPr/>
            <p:nvPr/>
          </p:nvSpPr>
          <p:spPr>
            <a:xfrm>
              <a:off x="988386" y="3706296"/>
              <a:ext cx="752475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 of political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experience, Donald 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68" name="正方形/長方形 67"/>
            <p:cNvSpPr/>
            <p:nvPr/>
          </p:nvSpPr>
          <p:spPr>
            <a:xfrm>
              <a:off x="1898401" y="4091520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69" name="直線コネクタ 68"/>
            <p:cNvCxnSpPr>
              <a:endCxn id="68" idx="0"/>
            </p:cNvCxnSpPr>
            <p:nvPr/>
          </p:nvCxnSpPr>
          <p:spPr bwMode="auto">
            <a:xfrm>
              <a:off x="1777781" y="3986168"/>
              <a:ext cx="260242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70" name="正方形/長方形 69"/>
            <p:cNvSpPr/>
            <p:nvPr/>
          </p:nvSpPr>
          <p:spPr>
            <a:xfrm>
              <a:off x="1001286" y="4091520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71" name="直線コネクタ 70"/>
            <p:cNvCxnSpPr>
              <a:endCxn id="70" idx="0"/>
            </p:cNvCxnSpPr>
            <p:nvPr/>
          </p:nvCxnSpPr>
          <p:spPr bwMode="auto">
            <a:xfrm flipH="1">
              <a:off x="1389534" y="3986168"/>
              <a:ext cx="388248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76" name="グループ化 75"/>
          <p:cNvGrpSpPr/>
          <p:nvPr/>
        </p:nvGrpSpPr>
        <p:grpSpPr>
          <a:xfrm>
            <a:off x="2571750" y="-15668526"/>
            <a:ext cx="7524750" cy="693001"/>
            <a:chOff x="988386" y="3706296"/>
            <a:chExt cx="7524750" cy="693001"/>
          </a:xfrm>
        </p:grpSpPr>
        <p:sp>
          <p:nvSpPr>
            <p:cNvPr id="77" name="正方形/長方形 76"/>
            <p:cNvSpPr/>
            <p:nvPr/>
          </p:nvSpPr>
          <p:spPr>
            <a:xfrm>
              <a:off x="988386" y="3706296"/>
              <a:ext cx="7524750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 of political experience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 err="1"/>
                <a:t>,</a:t>
              </a:r>
              <a:r>
                <a:rPr lang="ja-JP" altLang="en-US" sz="1400" dirty="0"/>
                <a:t> Donald 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78" name="正方形/長方形 77"/>
            <p:cNvSpPr/>
            <p:nvPr/>
          </p:nvSpPr>
          <p:spPr>
            <a:xfrm>
              <a:off x="1898401" y="4091520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79" name="直線コネクタ 78"/>
            <p:cNvCxnSpPr>
              <a:endCxn id="78" idx="0"/>
            </p:cNvCxnSpPr>
            <p:nvPr/>
          </p:nvCxnSpPr>
          <p:spPr bwMode="auto">
            <a:xfrm>
              <a:off x="1777781" y="3986168"/>
              <a:ext cx="260242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80" name="正方形/長方形 79"/>
            <p:cNvSpPr/>
            <p:nvPr/>
          </p:nvSpPr>
          <p:spPr>
            <a:xfrm>
              <a:off x="1001286" y="4091520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81" name="直線コネクタ 80"/>
            <p:cNvCxnSpPr>
              <a:endCxn id="80" idx="0"/>
            </p:cNvCxnSpPr>
            <p:nvPr/>
          </p:nvCxnSpPr>
          <p:spPr bwMode="auto">
            <a:xfrm flipH="1">
              <a:off x="1389534" y="3986168"/>
              <a:ext cx="388248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82" name="正方形/長方形 81"/>
          <p:cNvSpPr/>
          <p:nvPr/>
        </p:nvSpPr>
        <p:spPr>
          <a:xfrm>
            <a:off x="1657486" y="-16802815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sp>
        <p:nvSpPr>
          <p:cNvPr id="83" name="正方形/長方形 82"/>
          <p:cNvSpPr/>
          <p:nvPr/>
        </p:nvSpPr>
        <p:spPr>
          <a:xfrm>
            <a:off x="1657486" y="-16061040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sp>
        <p:nvSpPr>
          <p:cNvPr id="84" name="正方形/長方形 83"/>
          <p:cNvSpPr/>
          <p:nvPr/>
        </p:nvSpPr>
        <p:spPr>
          <a:xfrm>
            <a:off x="1279562" y="-15291950"/>
            <a:ext cx="920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97" name="グループ化 96"/>
          <p:cNvGrpSpPr/>
          <p:nvPr/>
        </p:nvGrpSpPr>
        <p:grpSpPr>
          <a:xfrm>
            <a:off x="2541145" y="-14929293"/>
            <a:ext cx="7524750" cy="693001"/>
            <a:chOff x="976346" y="4425299"/>
            <a:chExt cx="7524750" cy="693001"/>
          </a:xfrm>
        </p:grpSpPr>
        <p:grpSp>
          <p:nvGrpSpPr>
            <p:cNvPr id="86" name="グループ化 85"/>
            <p:cNvGrpSpPr/>
            <p:nvPr/>
          </p:nvGrpSpPr>
          <p:grpSpPr>
            <a:xfrm>
              <a:off x="976346" y="4425299"/>
              <a:ext cx="7524750" cy="693001"/>
              <a:chOff x="988386" y="3706296"/>
              <a:chExt cx="7524750" cy="693001"/>
            </a:xfrm>
          </p:grpSpPr>
          <p:sp>
            <p:nvSpPr>
              <p:cNvPr id="87" name="正方形/長方形 86"/>
              <p:cNvSpPr/>
              <p:nvPr/>
            </p:nvSpPr>
            <p:spPr>
              <a:xfrm>
                <a:off x="988386" y="3706296"/>
                <a:ext cx="7524750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lack of experience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</a:t>
                </a:r>
                <a:r>
                  <a:rPr lang="ja-JP" altLang="en-US" sz="1400" dirty="0" err="1"/>
                  <a:t>,</a:t>
                </a:r>
                <a:r>
                  <a:rPr lang="ja-JP" altLang="en-US" sz="1400" dirty="0"/>
                  <a:t> Donald Trump won the presidential election.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88" name="正方形/長方形 87"/>
              <p:cNvSpPr/>
              <p:nvPr/>
            </p:nvSpPr>
            <p:spPr>
              <a:xfrm>
                <a:off x="1898401" y="4091520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89" name="直線コネクタ 88"/>
              <p:cNvCxnSpPr>
                <a:endCxn id="88" idx="0"/>
              </p:cNvCxnSpPr>
              <p:nvPr/>
            </p:nvCxnSpPr>
            <p:spPr bwMode="auto">
              <a:xfrm>
                <a:off x="1777781" y="3986168"/>
                <a:ext cx="260242" cy="10535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90" name="正方形/長方形 89"/>
              <p:cNvSpPr/>
              <p:nvPr/>
            </p:nvSpPr>
            <p:spPr>
              <a:xfrm>
                <a:off x="1001286" y="4091520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91" name="直線コネクタ 90"/>
              <p:cNvCxnSpPr>
                <a:endCxn id="90" idx="0"/>
              </p:cNvCxnSpPr>
              <p:nvPr/>
            </p:nvCxnSpPr>
            <p:spPr bwMode="auto">
              <a:xfrm flipH="1">
                <a:off x="1389534" y="3986168"/>
                <a:ext cx="388248" cy="10535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93" name="正方形/長方形 92"/>
            <p:cNvSpPr/>
            <p:nvPr/>
          </p:nvSpPr>
          <p:spPr>
            <a:xfrm>
              <a:off x="2074940" y="4810523"/>
              <a:ext cx="78630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political</a:t>
              </a:r>
              <a:endParaRPr lang="ja-JP" altLang="en-US" dirty="0"/>
            </a:p>
          </p:txBody>
        </p:sp>
        <p:cxnSp>
          <p:nvCxnSpPr>
            <p:cNvPr id="94" name="直線コネクタ 93"/>
            <p:cNvCxnSpPr>
              <a:endCxn id="93" idx="0"/>
            </p:cNvCxnSpPr>
            <p:nvPr/>
          </p:nvCxnSpPr>
          <p:spPr bwMode="auto">
            <a:xfrm flipH="1">
              <a:off x="2468093" y="4705171"/>
              <a:ext cx="243073" cy="10535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07" name="正方形/長方形 106"/>
          <p:cNvSpPr/>
          <p:nvPr/>
        </p:nvSpPr>
        <p:spPr>
          <a:xfrm>
            <a:off x="1279562" y="-14552717"/>
            <a:ext cx="920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112" name="グループ化 111"/>
          <p:cNvGrpSpPr/>
          <p:nvPr/>
        </p:nvGrpSpPr>
        <p:grpSpPr>
          <a:xfrm>
            <a:off x="2541145" y="-14190060"/>
            <a:ext cx="5838978" cy="693001"/>
            <a:chOff x="976346" y="5164532"/>
            <a:chExt cx="5838978" cy="693001"/>
          </a:xfrm>
        </p:grpSpPr>
        <p:grpSp>
          <p:nvGrpSpPr>
            <p:cNvPr id="98" name="グループ化 97"/>
            <p:cNvGrpSpPr/>
            <p:nvPr/>
          </p:nvGrpSpPr>
          <p:grpSpPr>
            <a:xfrm>
              <a:off x="976346" y="5164532"/>
              <a:ext cx="5838978" cy="693001"/>
              <a:chOff x="976346" y="4425299"/>
              <a:chExt cx="5838978" cy="693001"/>
            </a:xfrm>
          </p:grpSpPr>
          <p:grpSp>
            <p:nvGrpSpPr>
              <p:cNvPr id="99" name="グループ化 98"/>
              <p:cNvGrpSpPr/>
              <p:nvPr/>
            </p:nvGrpSpPr>
            <p:grpSpPr>
              <a:xfrm>
                <a:off x="976346" y="4425299"/>
                <a:ext cx="5838978" cy="693001"/>
                <a:chOff x="988386" y="3706296"/>
                <a:chExt cx="5838978" cy="693001"/>
              </a:xfrm>
            </p:grpSpPr>
            <p:sp>
              <p:nvSpPr>
                <p:cNvPr id="102" name="正方形/長方形 101"/>
                <p:cNvSpPr/>
                <p:nvPr/>
              </p:nvSpPr>
              <p:spPr>
                <a:xfrm>
                  <a:off x="988386" y="3706296"/>
                  <a:ext cx="5838978" cy="307777"/>
                </a:xfrm>
                <a:prstGeom prst="rect">
                  <a:avLst/>
                </a:prstGeom>
              </p:spPr>
              <p:txBody>
                <a:bodyPr wrap="square">
                  <a:spAutoFit/>
                </a:bodyPr>
                <a:lstStyle/>
                <a:p>
                  <a:r>
                    <a:rPr lang="en-US" altLang="ja-JP" sz="1400" dirty="0">
                      <a:solidFill>
                        <a:srgbClr val="FF0000"/>
                      </a:solidFill>
                    </a:rPr>
                    <a:t>[</a:t>
                  </a:r>
                  <a:r>
                    <a:rPr lang="en-US" altLang="ja-JP" sz="1400" dirty="0"/>
                    <a:t>ROOT</a:t>
                  </a:r>
                  <a:r>
                    <a:rPr lang="ja-JP" altLang="en-US" sz="1400" dirty="0"/>
                    <a:t> lack experience</a:t>
                  </a:r>
                  <a:r>
                    <a:rPr lang="en-US" altLang="ja-JP" sz="1400" dirty="0">
                      <a:solidFill>
                        <a:srgbClr val="FF0000"/>
                      </a:solidFill>
                    </a:rPr>
                    <a:t>]</a:t>
                  </a:r>
                  <a:r>
                    <a:rPr lang="ja-JP" altLang="en-US" sz="1400" dirty="0"/>
                    <a:t> </a:t>
                  </a:r>
                  <a:r>
                    <a:rPr lang="en-US" altLang="ja-JP" sz="1400" dirty="0">
                      <a:solidFill>
                        <a:srgbClr val="00B0F0"/>
                      </a:solidFill>
                    </a:rPr>
                    <a:t>[</a:t>
                  </a:r>
                  <a:r>
                    <a:rPr lang="ja-JP" altLang="en-US" sz="1400" dirty="0" err="1"/>
                    <a:t>,</a:t>
                  </a:r>
                  <a:r>
                    <a:rPr lang="ja-JP" altLang="en-US" sz="1400" dirty="0"/>
                    <a:t> Donald Trump won the presidential election.</a:t>
                  </a:r>
                  <a:r>
                    <a:rPr lang="en-US" altLang="ja-JP" sz="1400" dirty="0">
                      <a:solidFill>
                        <a:srgbClr val="00B0F0"/>
                      </a:solidFill>
                    </a:rPr>
                    <a:t>]</a:t>
                  </a:r>
                  <a:endParaRPr lang="ja-JP" altLang="en-US" sz="1400" dirty="0">
                    <a:solidFill>
                      <a:srgbClr val="00B0F0"/>
                    </a:solidFill>
                  </a:endParaRPr>
                </a:p>
              </p:txBody>
            </p:sp>
            <p:sp>
              <p:nvSpPr>
                <p:cNvPr id="103" name="正方形/長方形 102"/>
                <p:cNvSpPr/>
                <p:nvPr/>
              </p:nvSpPr>
              <p:spPr>
                <a:xfrm>
                  <a:off x="1898401" y="4091520"/>
                  <a:ext cx="27924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a</a:t>
                  </a:r>
                  <a:endParaRPr lang="ja-JP" altLang="en-US" sz="1400" dirty="0"/>
                </a:p>
              </p:txBody>
            </p:sp>
            <p:cxnSp>
              <p:nvCxnSpPr>
                <p:cNvPr id="104" name="直線コネクタ 103"/>
                <p:cNvCxnSpPr>
                  <a:endCxn id="103" idx="0"/>
                </p:cNvCxnSpPr>
                <p:nvPr/>
              </p:nvCxnSpPr>
              <p:spPr bwMode="auto">
                <a:xfrm>
                  <a:off x="1777781" y="3986168"/>
                  <a:ext cx="260242" cy="105352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105" name="正方形/長方形 104"/>
                <p:cNvSpPr/>
                <p:nvPr/>
              </p:nvSpPr>
              <p:spPr>
                <a:xfrm>
                  <a:off x="1001286" y="4091520"/>
                  <a:ext cx="77649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Despite</a:t>
                  </a:r>
                  <a:endParaRPr lang="ja-JP" altLang="en-US" sz="1400" dirty="0"/>
                </a:p>
              </p:txBody>
            </p:sp>
            <p:cxnSp>
              <p:nvCxnSpPr>
                <p:cNvPr id="106" name="直線コネクタ 105"/>
                <p:cNvCxnSpPr>
                  <a:endCxn id="105" idx="0"/>
                </p:cNvCxnSpPr>
                <p:nvPr/>
              </p:nvCxnSpPr>
              <p:spPr bwMode="auto">
                <a:xfrm flipH="1">
                  <a:off x="1389534" y="3986168"/>
                  <a:ext cx="388248" cy="105352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</p:grpSp>
          <p:sp>
            <p:nvSpPr>
              <p:cNvPr id="100" name="正方形/長方形 99"/>
              <p:cNvSpPr/>
              <p:nvPr/>
            </p:nvSpPr>
            <p:spPr>
              <a:xfrm>
                <a:off x="2524304" y="4810522"/>
                <a:ext cx="78630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political</a:t>
                </a:r>
                <a:endParaRPr lang="ja-JP" altLang="en-US" dirty="0"/>
              </a:p>
            </p:txBody>
          </p:sp>
          <p:cxnSp>
            <p:nvCxnSpPr>
              <p:cNvPr id="101" name="直線コネクタ 100"/>
              <p:cNvCxnSpPr>
                <a:endCxn id="100" idx="0"/>
              </p:cNvCxnSpPr>
              <p:nvPr/>
            </p:nvCxnSpPr>
            <p:spPr bwMode="auto">
              <a:xfrm>
                <a:off x="2524304" y="4705171"/>
                <a:ext cx="393153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108" name="正方形/長方形 107"/>
            <p:cNvSpPr/>
            <p:nvPr/>
          </p:nvSpPr>
          <p:spPr>
            <a:xfrm>
              <a:off x="2073008" y="5549755"/>
              <a:ext cx="340158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of</a:t>
              </a:r>
              <a:endParaRPr lang="ja-JP" altLang="en-US" dirty="0"/>
            </a:p>
          </p:txBody>
        </p:sp>
        <p:cxnSp>
          <p:nvCxnSpPr>
            <p:cNvPr id="109" name="直線コネクタ 108"/>
            <p:cNvCxnSpPr>
              <a:endCxn id="108" idx="0"/>
            </p:cNvCxnSpPr>
            <p:nvPr/>
          </p:nvCxnSpPr>
          <p:spPr bwMode="auto">
            <a:xfrm flipH="1">
              <a:off x="2243087" y="5444404"/>
              <a:ext cx="281217" cy="105351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113" name="正方形/長方形 112"/>
          <p:cNvSpPr/>
          <p:nvPr/>
        </p:nvSpPr>
        <p:spPr>
          <a:xfrm>
            <a:off x="1257120" y="-13845432"/>
            <a:ext cx="94282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Reduce-R</a:t>
            </a:r>
          </a:p>
        </p:txBody>
      </p:sp>
      <p:grpSp>
        <p:nvGrpSpPr>
          <p:cNvPr id="134" name="グループ化 133"/>
          <p:cNvGrpSpPr/>
          <p:nvPr/>
        </p:nvGrpSpPr>
        <p:grpSpPr>
          <a:xfrm>
            <a:off x="2321635" y="-13505242"/>
            <a:ext cx="6058488" cy="1049361"/>
            <a:chOff x="756836" y="10525"/>
            <a:chExt cx="6058488" cy="1049361"/>
          </a:xfrm>
        </p:grpSpPr>
        <p:sp>
          <p:nvSpPr>
            <p:cNvPr id="121" name="正方形/長方形 120"/>
            <p:cNvSpPr/>
            <p:nvPr/>
          </p:nvSpPr>
          <p:spPr>
            <a:xfrm>
              <a:off x="976346" y="10525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 err="1"/>
                <a:t>,</a:t>
              </a:r>
              <a:r>
                <a:rPr lang="ja-JP" altLang="en-US" sz="1400" dirty="0"/>
                <a:t> Donald 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122" name="正方形/長方形 121"/>
            <p:cNvSpPr/>
            <p:nvPr/>
          </p:nvSpPr>
          <p:spPr>
            <a:xfrm>
              <a:off x="1482501" y="395749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123" name="直線コネクタ 122"/>
            <p:cNvCxnSpPr>
              <a:endCxn id="122" idx="0"/>
            </p:cNvCxnSpPr>
            <p:nvPr/>
          </p:nvCxnSpPr>
          <p:spPr bwMode="auto">
            <a:xfrm flipH="1">
              <a:off x="1622123" y="318302"/>
              <a:ext cx="139622" cy="7744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24" name="正方形/長方形 123"/>
            <p:cNvSpPr/>
            <p:nvPr/>
          </p:nvSpPr>
          <p:spPr>
            <a:xfrm>
              <a:off x="756836" y="395749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125" name="直線コネクタ 124"/>
            <p:cNvCxnSpPr>
              <a:endCxn id="124" idx="0"/>
            </p:cNvCxnSpPr>
            <p:nvPr/>
          </p:nvCxnSpPr>
          <p:spPr bwMode="auto">
            <a:xfrm flipH="1">
              <a:off x="1145084" y="312944"/>
              <a:ext cx="607756" cy="82805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29" name="グループ化 128"/>
            <p:cNvGrpSpPr/>
            <p:nvPr/>
          </p:nvGrpSpPr>
          <p:grpSpPr>
            <a:xfrm>
              <a:off x="1745763" y="395748"/>
              <a:ext cx="1237602" cy="664138"/>
              <a:chOff x="2058915" y="6100360"/>
              <a:chExt cx="1237602" cy="664138"/>
            </a:xfrm>
          </p:grpSpPr>
          <p:sp>
            <p:nvSpPr>
              <p:cNvPr id="119" name="正方形/長方形 118"/>
              <p:cNvSpPr/>
              <p:nvPr/>
            </p:nvSpPr>
            <p:spPr>
              <a:xfrm>
                <a:off x="2510211" y="6456721"/>
                <a:ext cx="78630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political</a:t>
                </a:r>
                <a:endParaRPr lang="ja-JP" altLang="en-US" dirty="0"/>
              </a:p>
            </p:txBody>
          </p:sp>
          <p:cxnSp>
            <p:nvCxnSpPr>
              <p:cNvPr id="120" name="直線コネクタ 119"/>
              <p:cNvCxnSpPr/>
              <p:nvPr/>
            </p:nvCxnSpPr>
            <p:spPr bwMode="auto">
              <a:xfrm>
                <a:off x="2503991" y="6351370"/>
                <a:ext cx="393153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16" name="正方形/長方形 115"/>
              <p:cNvSpPr/>
              <p:nvPr/>
            </p:nvSpPr>
            <p:spPr>
              <a:xfrm>
                <a:off x="2058915" y="6456721"/>
                <a:ext cx="3401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of</a:t>
                </a:r>
                <a:endParaRPr lang="ja-JP" altLang="en-US" dirty="0"/>
              </a:p>
            </p:txBody>
          </p:sp>
          <p:cxnSp>
            <p:nvCxnSpPr>
              <p:cNvPr id="117" name="直線コネクタ 116"/>
              <p:cNvCxnSpPr>
                <a:endCxn id="116" idx="0"/>
              </p:cNvCxnSpPr>
              <p:nvPr/>
            </p:nvCxnSpPr>
            <p:spPr bwMode="auto">
              <a:xfrm flipH="1">
                <a:off x="2228994" y="6351370"/>
                <a:ext cx="281217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28" name="正方形/長方形 127"/>
              <p:cNvSpPr/>
              <p:nvPr/>
            </p:nvSpPr>
            <p:spPr>
              <a:xfrm>
                <a:off x="2073008" y="6100360"/>
                <a:ext cx="10390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experience</a:t>
                </a:r>
                <a:endParaRPr lang="ja-JP" altLang="en-US" dirty="0"/>
              </a:p>
            </p:txBody>
          </p:sp>
        </p:grpSp>
        <p:cxnSp>
          <p:nvCxnSpPr>
            <p:cNvPr id="130" name="直線コネクタ 129"/>
            <p:cNvCxnSpPr>
              <a:endCxn id="128" idx="0"/>
            </p:cNvCxnSpPr>
            <p:nvPr/>
          </p:nvCxnSpPr>
          <p:spPr bwMode="auto">
            <a:xfrm>
              <a:off x="1759856" y="326140"/>
              <a:ext cx="519534" cy="69608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135" name="グループ化 134"/>
          <p:cNvGrpSpPr/>
          <p:nvPr/>
        </p:nvGrpSpPr>
        <p:grpSpPr>
          <a:xfrm>
            <a:off x="2304773" y="-12389151"/>
            <a:ext cx="6075350" cy="1049361"/>
            <a:chOff x="739974" y="10525"/>
            <a:chExt cx="6075350" cy="1049361"/>
          </a:xfrm>
        </p:grpSpPr>
        <p:sp>
          <p:nvSpPr>
            <p:cNvPr id="136" name="正方形/長方形 135"/>
            <p:cNvSpPr/>
            <p:nvPr/>
          </p:nvSpPr>
          <p:spPr>
            <a:xfrm>
              <a:off x="976346" y="10525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 Donald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Trump 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137" name="正方形/長方形 136"/>
            <p:cNvSpPr/>
            <p:nvPr/>
          </p:nvSpPr>
          <p:spPr>
            <a:xfrm>
              <a:off x="1482501" y="395749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138" name="直線コネクタ 137"/>
            <p:cNvCxnSpPr>
              <a:endCxn id="137" idx="0"/>
            </p:cNvCxnSpPr>
            <p:nvPr/>
          </p:nvCxnSpPr>
          <p:spPr bwMode="auto">
            <a:xfrm flipH="1">
              <a:off x="1622123" y="318302"/>
              <a:ext cx="139622" cy="7744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39" name="正方形/長方形 138"/>
            <p:cNvSpPr/>
            <p:nvPr/>
          </p:nvSpPr>
          <p:spPr>
            <a:xfrm>
              <a:off x="739974" y="395747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140" name="直線コネクタ 139"/>
            <p:cNvCxnSpPr>
              <a:endCxn id="139" idx="0"/>
            </p:cNvCxnSpPr>
            <p:nvPr/>
          </p:nvCxnSpPr>
          <p:spPr bwMode="auto">
            <a:xfrm flipH="1">
              <a:off x="1128222" y="321874"/>
              <a:ext cx="617541" cy="73873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41" name="グループ化 140"/>
            <p:cNvGrpSpPr/>
            <p:nvPr/>
          </p:nvGrpSpPr>
          <p:grpSpPr>
            <a:xfrm>
              <a:off x="1745763" y="395748"/>
              <a:ext cx="1237602" cy="664138"/>
              <a:chOff x="2058915" y="6100360"/>
              <a:chExt cx="1237602" cy="664138"/>
            </a:xfrm>
          </p:grpSpPr>
          <p:sp>
            <p:nvSpPr>
              <p:cNvPr id="143" name="正方形/長方形 142"/>
              <p:cNvSpPr/>
              <p:nvPr/>
            </p:nvSpPr>
            <p:spPr>
              <a:xfrm>
                <a:off x="2510211" y="6456721"/>
                <a:ext cx="78630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political</a:t>
                </a:r>
                <a:endParaRPr lang="ja-JP" altLang="en-US" dirty="0"/>
              </a:p>
            </p:txBody>
          </p:sp>
          <p:cxnSp>
            <p:nvCxnSpPr>
              <p:cNvPr id="144" name="直線コネクタ 143"/>
              <p:cNvCxnSpPr/>
              <p:nvPr/>
            </p:nvCxnSpPr>
            <p:spPr bwMode="auto">
              <a:xfrm>
                <a:off x="2503991" y="6351370"/>
                <a:ext cx="393153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5" name="正方形/長方形 144"/>
              <p:cNvSpPr/>
              <p:nvPr/>
            </p:nvSpPr>
            <p:spPr>
              <a:xfrm>
                <a:off x="2058915" y="6456721"/>
                <a:ext cx="3401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of</a:t>
                </a:r>
                <a:endParaRPr lang="ja-JP" altLang="en-US" dirty="0"/>
              </a:p>
            </p:txBody>
          </p:sp>
          <p:cxnSp>
            <p:nvCxnSpPr>
              <p:cNvPr id="146" name="直線コネクタ 145"/>
              <p:cNvCxnSpPr>
                <a:endCxn id="145" idx="0"/>
              </p:cNvCxnSpPr>
              <p:nvPr/>
            </p:nvCxnSpPr>
            <p:spPr bwMode="auto">
              <a:xfrm flipH="1">
                <a:off x="2228994" y="6351370"/>
                <a:ext cx="281217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47" name="正方形/長方形 146"/>
              <p:cNvSpPr/>
              <p:nvPr/>
            </p:nvSpPr>
            <p:spPr>
              <a:xfrm>
                <a:off x="2073008" y="6100360"/>
                <a:ext cx="10390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experience</a:t>
                </a:r>
                <a:endParaRPr lang="ja-JP" altLang="en-US" dirty="0"/>
              </a:p>
            </p:txBody>
          </p:sp>
        </p:grpSp>
        <p:cxnSp>
          <p:nvCxnSpPr>
            <p:cNvPr id="142" name="直線コネクタ 141"/>
            <p:cNvCxnSpPr>
              <a:endCxn id="147" idx="0"/>
            </p:cNvCxnSpPr>
            <p:nvPr/>
          </p:nvCxnSpPr>
          <p:spPr bwMode="auto">
            <a:xfrm>
              <a:off x="1759856" y="326140"/>
              <a:ext cx="519534" cy="69608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149" name="曲線コネクタ 148"/>
          <p:cNvCxnSpPr>
            <a:stCxn id="4" idx="1"/>
            <a:endCxn id="12" idx="1"/>
          </p:cNvCxnSpPr>
          <p:nvPr/>
        </p:nvCxnSpPr>
        <p:spPr bwMode="auto">
          <a:xfrm rot="10800000" flipV="1">
            <a:off x="2542699" y="-19810229"/>
            <a:ext cx="12700" cy="338554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2" name="曲線コネクタ 151"/>
          <p:cNvCxnSpPr>
            <a:stCxn id="12" idx="1"/>
            <a:endCxn id="13" idx="1"/>
          </p:cNvCxnSpPr>
          <p:nvPr/>
        </p:nvCxnSpPr>
        <p:spPr bwMode="auto">
          <a:xfrm rot="10800000" flipV="1">
            <a:off x="2542699" y="-19471676"/>
            <a:ext cx="12700" cy="346501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5" name="曲線コネクタ 154"/>
          <p:cNvCxnSpPr>
            <a:stCxn id="13" idx="1"/>
            <a:endCxn id="14" idx="1"/>
          </p:cNvCxnSpPr>
          <p:nvPr/>
        </p:nvCxnSpPr>
        <p:spPr bwMode="auto">
          <a:xfrm rot="10800000" flipV="1">
            <a:off x="2542699" y="-19125174"/>
            <a:ext cx="12700" cy="349214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8" name="曲線コネクタ 157"/>
          <p:cNvCxnSpPr>
            <a:stCxn id="14" idx="1"/>
            <a:endCxn id="18" idx="1"/>
          </p:cNvCxnSpPr>
          <p:nvPr/>
        </p:nvCxnSpPr>
        <p:spPr bwMode="auto">
          <a:xfrm rot="10800000" flipV="1">
            <a:off x="2542699" y="-18775961"/>
            <a:ext cx="12700" cy="346501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1" name="曲線コネクタ 160"/>
          <p:cNvCxnSpPr>
            <a:stCxn id="18" idx="1"/>
            <a:endCxn id="46" idx="1"/>
          </p:cNvCxnSpPr>
          <p:nvPr/>
        </p:nvCxnSpPr>
        <p:spPr bwMode="auto">
          <a:xfrm rot="10800000" flipH="1" flipV="1">
            <a:off x="2542699" y="-18429460"/>
            <a:ext cx="29051" cy="715641"/>
          </a:xfrm>
          <a:prstGeom prst="curvedConnector3">
            <a:avLst>
              <a:gd name="adj1" fmla="val -786892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4" name="曲線コネクタ 163"/>
          <p:cNvCxnSpPr>
            <a:stCxn id="46" idx="1"/>
            <a:endCxn id="61" idx="1"/>
          </p:cNvCxnSpPr>
          <p:nvPr/>
        </p:nvCxnSpPr>
        <p:spPr bwMode="auto">
          <a:xfrm rot="10800000" flipV="1">
            <a:off x="2542701" y="-17713818"/>
            <a:ext cx="29051" cy="741770"/>
          </a:xfrm>
          <a:prstGeom prst="curvedConnector3">
            <a:avLst>
              <a:gd name="adj1" fmla="val 886892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7" name="曲線コネクタ 166"/>
          <p:cNvCxnSpPr>
            <a:stCxn id="61" idx="1"/>
            <a:endCxn id="67" idx="1"/>
          </p:cNvCxnSpPr>
          <p:nvPr/>
        </p:nvCxnSpPr>
        <p:spPr bwMode="auto">
          <a:xfrm rot="10800000" flipH="1" flipV="1">
            <a:off x="2542699" y="-16972049"/>
            <a:ext cx="10486" cy="715641"/>
          </a:xfrm>
          <a:prstGeom prst="curvedConnector3">
            <a:avLst>
              <a:gd name="adj1" fmla="val -218005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0" name="曲線コネクタ 169"/>
          <p:cNvCxnSpPr>
            <a:stCxn id="67" idx="1"/>
            <a:endCxn id="77" idx="1"/>
          </p:cNvCxnSpPr>
          <p:nvPr/>
        </p:nvCxnSpPr>
        <p:spPr bwMode="auto">
          <a:xfrm rot="10800000" flipH="1" flipV="1">
            <a:off x="2553185" y="-16256407"/>
            <a:ext cx="18565" cy="741770"/>
          </a:xfrm>
          <a:prstGeom prst="curvedConnector3">
            <a:avLst>
              <a:gd name="adj1" fmla="val -1231349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3" name="曲線コネクタ 172"/>
          <p:cNvCxnSpPr>
            <a:stCxn id="77" idx="1"/>
            <a:endCxn id="87" idx="1"/>
          </p:cNvCxnSpPr>
          <p:nvPr/>
        </p:nvCxnSpPr>
        <p:spPr bwMode="auto">
          <a:xfrm rot="10800000" flipV="1">
            <a:off x="2541147" y="-15514638"/>
            <a:ext cx="30605" cy="739233"/>
          </a:xfrm>
          <a:prstGeom prst="curvedConnector3">
            <a:avLst>
              <a:gd name="adj1" fmla="val 846937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6" name="曲線コネクタ 175"/>
          <p:cNvCxnSpPr>
            <a:stCxn id="87" idx="1"/>
            <a:endCxn id="102" idx="1"/>
          </p:cNvCxnSpPr>
          <p:nvPr/>
        </p:nvCxnSpPr>
        <p:spPr bwMode="auto">
          <a:xfrm rot="10800000" flipV="1">
            <a:off x="2541145" y="-14775405"/>
            <a:ext cx="12700" cy="739233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9" name="曲線コネクタ 178"/>
          <p:cNvCxnSpPr>
            <a:stCxn id="102" idx="1"/>
            <a:endCxn id="121" idx="1"/>
          </p:cNvCxnSpPr>
          <p:nvPr/>
        </p:nvCxnSpPr>
        <p:spPr bwMode="auto">
          <a:xfrm rot="10800000" flipV="1">
            <a:off x="2541145" y="-14036171"/>
            <a:ext cx="12700" cy="684818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82" name="曲線コネクタ 181"/>
          <p:cNvCxnSpPr>
            <a:stCxn id="121" idx="1"/>
            <a:endCxn id="136" idx="1"/>
          </p:cNvCxnSpPr>
          <p:nvPr/>
        </p:nvCxnSpPr>
        <p:spPr bwMode="auto">
          <a:xfrm rot="10800000" flipV="1">
            <a:off x="2541145" y="-13351354"/>
            <a:ext cx="12700" cy="1116091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88" name="正方形/長方形 187"/>
          <p:cNvSpPr/>
          <p:nvPr/>
        </p:nvSpPr>
        <p:spPr>
          <a:xfrm>
            <a:off x="1657486" y="-12970223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grpSp>
        <p:nvGrpSpPr>
          <p:cNvPr id="189" name="グループ化 188"/>
          <p:cNvGrpSpPr/>
          <p:nvPr/>
        </p:nvGrpSpPr>
        <p:grpSpPr>
          <a:xfrm>
            <a:off x="2321635" y="-11277383"/>
            <a:ext cx="6075350" cy="1049361"/>
            <a:chOff x="739974" y="10525"/>
            <a:chExt cx="6075350" cy="1049361"/>
          </a:xfrm>
        </p:grpSpPr>
        <p:sp>
          <p:nvSpPr>
            <p:cNvPr id="190" name="正方形/長方形 189"/>
            <p:cNvSpPr/>
            <p:nvPr/>
          </p:nvSpPr>
          <p:spPr>
            <a:xfrm>
              <a:off x="976346" y="10525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lack Donald Trump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won 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sp>
          <p:nvSpPr>
            <p:cNvPr id="191" name="正方形/長方形 190"/>
            <p:cNvSpPr/>
            <p:nvPr/>
          </p:nvSpPr>
          <p:spPr>
            <a:xfrm>
              <a:off x="1482501" y="395749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192" name="直線コネクタ 191"/>
            <p:cNvCxnSpPr>
              <a:endCxn id="191" idx="0"/>
            </p:cNvCxnSpPr>
            <p:nvPr/>
          </p:nvCxnSpPr>
          <p:spPr bwMode="auto">
            <a:xfrm flipH="1">
              <a:off x="1622123" y="318302"/>
              <a:ext cx="139622" cy="7744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193" name="正方形/長方形 192"/>
            <p:cNvSpPr/>
            <p:nvPr/>
          </p:nvSpPr>
          <p:spPr>
            <a:xfrm>
              <a:off x="739974" y="395747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194" name="直線コネクタ 193"/>
            <p:cNvCxnSpPr>
              <a:endCxn id="193" idx="0"/>
            </p:cNvCxnSpPr>
            <p:nvPr/>
          </p:nvCxnSpPr>
          <p:spPr bwMode="auto">
            <a:xfrm flipH="1">
              <a:off x="1128222" y="321874"/>
              <a:ext cx="617541" cy="73873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195" name="グループ化 194"/>
            <p:cNvGrpSpPr/>
            <p:nvPr/>
          </p:nvGrpSpPr>
          <p:grpSpPr>
            <a:xfrm>
              <a:off x="1745763" y="395748"/>
              <a:ext cx="1237602" cy="664138"/>
              <a:chOff x="2058915" y="6100360"/>
              <a:chExt cx="1237602" cy="664138"/>
            </a:xfrm>
          </p:grpSpPr>
          <p:sp>
            <p:nvSpPr>
              <p:cNvPr id="197" name="正方形/長方形 196"/>
              <p:cNvSpPr/>
              <p:nvPr/>
            </p:nvSpPr>
            <p:spPr>
              <a:xfrm>
                <a:off x="2510211" y="6456721"/>
                <a:ext cx="78630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political</a:t>
                </a:r>
                <a:endParaRPr lang="ja-JP" altLang="en-US" dirty="0"/>
              </a:p>
            </p:txBody>
          </p:sp>
          <p:cxnSp>
            <p:nvCxnSpPr>
              <p:cNvPr id="198" name="直線コネクタ 197"/>
              <p:cNvCxnSpPr/>
              <p:nvPr/>
            </p:nvCxnSpPr>
            <p:spPr bwMode="auto">
              <a:xfrm>
                <a:off x="2503991" y="6351370"/>
                <a:ext cx="393153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199" name="正方形/長方形 198"/>
              <p:cNvSpPr/>
              <p:nvPr/>
            </p:nvSpPr>
            <p:spPr>
              <a:xfrm>
                <a:off x="2058915" y="6456721"/>
                <a:ext cx="3401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of</a:t>
                </a:r>
                <a:endParaRPr lang="ja-JP" altLang="en-US" dirty="0"/>
              </a:p>
            </p:txBody>
          </p:sp>
          <p:cxnSp>
            <p:nvCxnSpPr>
              <p:cNvPr id="200" name="直線コネクタ 199"/>
              <p:cNvCxnSpPr>
                <a:endCxn id="199" idx="0"/>
              </p:cNvCxnSpPr>
              <p:nvPr/>
            </p:nvCxnSpPr>
            <p:spPr bwMode="auto">
              <a:xfrm flipH="1">
                <a:off x="2228994" y="6351370"/>
                <a:ext cx="281217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01" name="正方形/長方形 200"/>
              <p:cNvSpPr/>
              <p:nvPr/>
            </p:nvSpPr>
            <p:spPr>
              <a:xfrm>
                <a:off x="2073008" y="6100360"/>
                <a:ext cx="10390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experience</a:t>
                </a:r>
                <a:endParaRPr lang="ja-JP" altLang="en-US" dirty="0"/>
              </a:p>
            </p:txBody>
          </p:sp>
        </p:grpSp>
        <p:cxnSp>
          <p:nvCxnSpPr>
            <p:cNvPr id="196" name="直線コネクタ 195"/>
            <p:cNvCxnSpPr>
              <a:endCxn id="201" idx="0"/>
            </p:cNvCxnSpPr>
            <p:nvPr/>
          </p:nvCxnSpPr>
          <p:spPr bwMode="auto">
            <a:xfrm>
              <a:off x="1759856" y="326140"/>
              <a:ext cx="519534" cy="69608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02" name="曲線コネクタ 201"/>
          <p:cNvCxnSpPr>
            <a:stCxn id="136" idx="1"/>
            <a:endCxn id="190" idx="1"/>
          </p:cNvCxnSpPr>
          <p:nvPr/>
        </p:nvCxnSpPr>
        <p:spPr bwMode="auto">
          <a:xfrm rot="10800000" flipH="1" flipV="1">
            <a:off x="2541145" y="-12235262"/>
            <a:ext cx="16862" cy="1111768"/>
          </a:xfrm>
          <a:prstGeom prst="curvedConnector3">
            <a:avLst>
              <a:gd name="adj1" fmla="val -1355711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05" name="正方形/長方形 204"/>
          <p:cNvSpPr/>
          <p:nvPr/>
        </p:nvSpPr>
        <p:spPr>
          <a:xfrm>
            <a:off x="1657486" y="-11806295"/>
            <a:ext cx="54245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cxnSp>
        <p:nvCxnSpPr>
          <p:cNvPr id="219" name="曲線コネクタ 218"/>
          <p:cNvCxnSpPr>
            <a:stCxn id="190" idx="1"/>
            <a:endCxn id="207" idx="1"/>
          </p:cNvCxnSpPr>
          <p:nvPr/>
        </p:nvCxnSpPr>
        <p:spPr bwMode="auto">
          <a:xfrm rot="10800000" flipV="1">
            <a:off x="2558007" y="-11123494"/>
            <a:ext cx="12700" cy="1209292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grpSp>
        <p:nvGrpSpPr>
          <p:cNvPr id="241" name="グループ化 240"/>
          <p:cNvGrpSpPr/>
          <p:nvPr/>
        </p:nvGrpSpPr>
        <p:grpSpPr>
          <a:xfrm>
            <a:off x="2321635" y="-10068091"/>
            <a:ext cx="6075350" cy="1049361"/>
            <a:chOff x="756836" y="3447676"/>
            <a:chExt cx="6075350" cy="1049361"/>
          </a:xfrm>
        </p:grpSpPr>
        <p:grpSp>
          <p:nvGrpSpPr>
            <p:cNvPr id="206" name="グループ化 205"/>
            <p:cNvGrpSpPr/>
            <p:nvPr/>
          </p:nvGrpSpPr>
          <p:grpSpPr>
            <a:xfrm>
              <a:off x="756836" y="3447676"/>
              <a:ext cx="6075350" cy="1049361"/>
              <a:chOff x="739974" y="10525"/>
              <a:chExt cx="6075350" cy="1049361"/>
            </a:xfrm>
          </p:grpSpPr>
          <p:sp>
            <p:nvSpPr>
              <p:cNvPr id="207" name="正方形/長方形 206"/>
              <p:cNvSpPr/>
              <p:nvPr/>
            </p:nvSpPr>
            <p:spPr>
              <a:xfrm>
                <a:off x="976346" y="10525"/>
                <a:ext cx="5838978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lack                  Trump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</a:t>
                </a:r>
                <a:r>
                  <a:rPr lang="ja-JP" altLang="en-US" sz="1400" dirty="0"/>
                  <a:t>won the presidential election.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208" name="正方形/長方形 207"/>
              <p:cNvSpPr/>
              <p:nvPr/>
            </p:nvSpPr>
            <p:spPr>
              <a:xfrm>
                <a:off x="1482501" y="395749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209" name="直線コネクタ 208"/>
              <p:cNvCxnSpPr>
                <a:endCxn id="208" idx="0"/>
              </p:cNvCxnSpPr>
              <p:nvPr/>
            </p:nvCxnSpPr>
            <p:spPr bwMode="auto">
              <a:xfrm flipH="1">
                <a:off x="1622123" y="318302"/>
                <a:ext cx="139622" cy="7744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10" name="正方形/長方形 209"/>
              <p:cNvSpPr/>
              <p:nvPr/>
            </p:nvSpPr>
            <p:spPr>
              <a:xfrm>
                <a:off x="739974" y="395747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211" name="直線コネクタ 210"/>
              <p:cNvCxnSpPr>
                <a:endCxn id="210" idx="0"/>
              </p:cNvCxnSpPr>
              <p:nvPr/>
            </p:nvCxnSpPr>
            <p:spPr bwMode="auto">
              <a:xfrm flipH="1">
                <a:off x="1128222" y="321874"/>
                <a:ext cx="617541" cy="73873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12" name="グループ化 211"/>
              <p:cNvGrpSpPr/>
              <p:nvPr/>
            </p:nvGrpSpPr>
            <p:grpSpPr>
              <a:xfrm>
                <a:off x="1745763" y="395748"/>
                <a:ext cx="1237602" cy="664138"/>
                <a:chOff x="2058915" y="6100360"/>
                <a:chExt cx="1237602" cy="664138"/>
              </a:xfrm>
            </p:grpSpPr>
            <p:sp>
              <p:nvSpPr>
                <p:cNvPr id="214" name="正方形/長方形 213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215" name="直線コネクタ 214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6" name="正方形/長方形 215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217" name="直線コネクタ 216"/>
                <p:cNvCxnSpPr>
                  <a:endCxn id="216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18" name="正方形/長方形 217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213" name="直線コネクタ 212"/>
              <p:cNvCxnSpPr>
                <a:endCxn id="218" idx="0"/>
              </p:cNvCxnSpPr>
              <p:nvPr/>
            </p:nvCxnSpPr>
            <p:spPr bwMode="auto">
              <a:xfrm>
                <a:off x="1759856" y="326140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23" name="正方形/長方形 222"/>
            <p:cNvSpPr/>
            <p:nvPr/>
          </p:nvSpPr>
          <p:spPr>
            <a:xfrm>
              <a:off x="2917457" y="3834694"/>
              <a:ext cx="73930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Donald</a:t>
              </a:r>
              <a:endParaRPr lang="ja-JP" altLang="en-US" dirty="0"/>
            </a:p>
          </p:txBody>
        </p:sp>
        <p:cxnSp>
          <p:nvCxnSpPr>
            <p:cNvPr id="224" name="直線コネクタ 223"/>
            <p:cNvCxnSpPr>
              <a:endCxn id="223" idx="0"/>
            </p:cNvCxnSpPr>
            <p:nvPr/>
          </p:nvCxnSpPr>
          <p:spPr bwMode="auto">
            <a:xfrm>
              <a:off x="3285445" y="3755100"/>
              <a:ext cx="1665" cy="79594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27" name="正方形/長方形 226"/>
          <p:cNvSpPr/>
          <p:nvPr/>
        </p:nvSpPr>
        <p:spPr>
          <a:xfrm>
            <a:off x="1279562" y="-10727150"/>
            <a:ext cx="92038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242" name="グループ化 241"/>
          <p:cNvGrpSpPr/>
          <p:nvPr/>
        </p:nvGrpSpPr>
        <p:grpSpPr>
          <a:xfrm>
            <a:off x="2321635" y="-8951817"/>
            <a:ext cx="6075350" cy="1049361"/>
            <a:chOff x="756836" y="3447676"/>
            <a:chExt cx="6075350" cy="1049361"/>
          </a:xfrm>
        </p:grpSpPr>
        <p:grpSp>
          <p:nvGrpSpPr>
            <p:cNvPr id="243" name="グループ化 242"/>
            <p:cNvGrpSpPr/>
            <p:nvPr/>
          </p:nvGrpSpPr>
          <p:grpSpPr>
            <a:xfrm>
              <a:off x="756836" y="3447676"/>
              <a:ext cx="6075350" cy="1049361"/>
              <a:chOff x="739974" y="10525"/>
              <a:chExt cx="6075350" cy="1049361"/>
            </a:xfrm>
          </p:grpSpPr>
          <p:sp>
            <p:nvSpPr>
              <p:cNvPr id="246" name="正方形/長方形 245"/>
              <p:cNvSpPr/>
              <p:nvPr/>
            </p:nvSpPr>
            <p:spPr>
              <a:xfrm>
                <a:off x="976346" y="10525"/>
                <a:ext cx="5838978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lack                  Trump won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</a:t>
                </a:r>
                <a:r>
                  <a:rPr lang="ja-JP" altLang="en-US" sz="1400" dirty="0"/>
                  <a:t>the presidential election.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247" name="正方形/長方形 246"/>
              <p:cNvSpPr/>
              <p:nvPr/>
            </p:nvSpPr>
            <p:spPr>
              <a:xfrm>
                <a:off x="1482501" y="395749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248" name="直線コネクタ 247"/>
              <p:cNvCxnSpPr>
                <a:endCxn id="247" idx="0"/>
              </p:cNvCxnSpPr>
              <p:nvPr/>
            </p:nvCxnSpPr>
            <p:spPr bwMode="auto">
              <a:xfrm flipH="1">
                <a:off x="1622123" y="318302"/>
                <a:ext cx="139622" cy="7744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49" name="正方形/長方形 248"/>
              <p:cNvSpPr/>
              <p:nvPr/>
            </p:nvSpPr>
            <p:spPr>
              <a:xfrm>
                <a:off x="739974" y="395747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250" name="直線コネクタ 249"/>
              <p:cNvCxnSpPr>
                <a:endCxn id="249" idx="0"/>
              </p:cNvCxnSpPr>
              <p:nvPr/>
            </p:nvCxnSpPr>
            <p:spPr bwMode="auto">
              <a:xfrm flipH="1">
                <a:off x="1128222" y="321874"/>
                <a:ext cx="617541" cy="73873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51" name="グループ化 250"/>
              <p:cNvGrpSpPr/>
              <p:nvPr/>
            </p:nvGrpSpPr>
            <p:grpSpPr>
              <a:xfrm>
                <a:off x="1745763" y="395748"/>
                <a:ext cx="1237602" cy="664138"/>
                <a:chOff x="2058915" y="6100360"/>
                <a:chExt cx="1237602" cy="664138"/>
              </a:xfrm>
            </p:grpSpPr>
            <p:sp>
              <p:nvSpPr>
                <p:cNvPr id="253" name="正方形/長方形 252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254" name="直線コネクタ 253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55" name="正方形/長方形 254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256" name="直線コネクタ 255"/>
                <p:cNvCxnSpPr>
                  <a:endCxn id="255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57" name="正方形/長方形 256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252" name="直線コネクタ 251"/>
              <p:cNvCxnSpPr>
                <a:endCxn id="257" idx="0"/>
              </p:cNvCxnSpPr>
              <p:nvPr/>
            </p:nvCxnSpPr>
            <p:spPr bwMode="auto">
              <a:xfrm>
                <a:off x="1759856" y="326140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44" name="正方形/長方形 243"/>
            <p:cNvSpPr/>
            <p:nvPr/>
          </p:nvSpPr>
          <p:spPr>
            <a:xfrm>
              <a:off x="2917457" y="3832898"/>
              <a:ext cx="73930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Donald</a:t>
              </a:r>
              <a:endParaRPr lang="ja-JP" altLang="en-US" dirty="0"/>
            </a:p>
          </p:txBody>
        </p:sp>
        <p:cxnSp>
          <p:nvCxnSpPr>
            <p:cNvPr id="245" name="直線コネクタ 244"/>
            <p:cNvCxnSpPr>
              <a:endCxn id="244" idx="0"/>
            </p:cNvCxnSpPr>
            <p:nvPr/>
          </p:nvCxnSpPr>
          <p:spPr bwMode="auto">
            <a:xfrm>
              <a:off x="3285445" y="3755453"/>
              <a:ext cx="1665" cy="77445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258" name="曲線コネクタ 257"/>
          <p:cNvCxnSpPr>
            <a:stCxn id="207" idx="1"/>
            <a:endCxn id="246" idx="1"/>
          </p:cNvCxnSpPr>
          <p:nvPr/>
        </p:nvCxnSpPr>
        <p:spPr bwMode="auto">
          <a:xfrm rot="10800000" flipV="1">
            <a:off x="2558007" y="-9914202"/>
            <a:ext cx="12700" cy="1116274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59" name="正方形/長方形 258"/>
          <p:cNvSpPr/>
          <p:nvPr/>
        </p:nvSpPr>
        <p:spPr>
          <a:xfrm>
            <a:off x="1657486" y="-9494173"/>
            <a:ext cx="542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cxnSp>
        <p:nvCxnSpPr>
          <p:cNvPr id="280" name="曲線コネクタ 279"/>
          <p:cNvCxnSpPr>
            <a:stCxn id="246" idx="1"/>
            <a:endCxn id="266" idx="1"/>
          </p:cNvCxnSpPr>
          <p:nvPr/>
        </p:nvCxnSpPr>
        <p:spPr bwMode="auto">
          <a:xfrm rot="10800000" flipV="1">
            <a:off x="2558007" y="-8797928"/>
            <a:ext cx="12700" cy="1056648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281" name="正方形/長方形 280"/>
          <p:cNvSpPr/>
          <p:nvPr/>
        </p:nvSpPr>
        <p:spPr>
          <a:xfrm>
            <a:off x="1279562" y="-8415085"/>
            <a:ext cx="92038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303" name="グループ化 302"/>
          <p:cNvGrpSpPr/>
          <p:nvPr/>
        </p:nvGrpSpPr>
        <p:grpSpPr>
          <a:xfrm>
            <a:off x="2321635" y="-7895169"/>
            <a:ext cx="6075350" cy="1056648"/>
            <a:chOff x="1676679" y="712973"/>
            <a:chExt cx="6075350" cy="1056648"/>
          </a:xfrm>
        </p:grpSpPr>
        <p:grpSp>
          <p:nvGrpSpPr>
            <p:cNvPr id="263" name="グループ化 262"/>
            <p:cNvGrpSpPr/>
            <p:nvPr/>
          </p:nvGrpSpPr>
          <p:grpSpPr>
            <a:xfrm>
              <a:off x="1676679" y="712973"/>
              <a:ext cx="6075350" cy="1049361"/>
              <a:chOff x="739974" y="10525"/>
              <a:chExt cx="6075350" cy="1049361"/>
            </a:xfrm>
          </p:grpSpPr>
          <p:sp>
            <p:nvSpPr>
              <p:cNvPr id="266" name="正方形/長方形 265"/>
              <p:cNvSpPr/>
              <p:nvPr/>
            </p:nvSpPr>
            <p:spPr>
              <a:xfrm>
                <a:off x="976346" y="10525"/>
                <a:ext cx="5838978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lack                   won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</a:t>
                </a:r>
                <a:r>
                  <a:rPr lang="ja-JP" altLang="en-US" sz="1400" dirty="0"/>
                  <a:t>the presidential election.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sp>
            <p:nvSpPr>
              <p:cNvPr id="267" name="正方形/長方形 266"/>
              <p:cNvSpPr/>
              <p:nvPr/>
            </p:nvSpPr>
            <p:spPr>
              <a:xfrm>
                <a:off x="1482501" y="395749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268" name="直線コネクタ 267"/>
              <p:cNvCxnSpPr>
                <a:endCxn id="267" idx="0"/>
              </p:cNvCxnSpPr>
              <p:nvPr/>
            </p:nvCxnSpPr>
            <p:spPr bwMode="auto">
              <a:xfrm flipH="1">
                <a:off x="1622123" y="318302"/>
                <a:ext cx="139622" cy="7744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269" name="正方形/長方形 268"/>
              <p:cNvSpPr/>
              <p:nvPr/>
            </p:nvSpPr>
            <p:spPr>
              <a:xfrm>
                <a:off x="739974" y="395747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270" name="直線コネクタ 269"/>
              <p:cNvCxnSpPr>
                <a:endCxn id="269" idx="0"/>
              </p:cNvCxnSpPr>
              <p:nvPr/>
            </p:nvCxnSpPr>
            <p:spPr bwMode="auto">
              <a:xfrm flipH="1">
                <a:off x="1128222" y="321874"/>
                <a:ext cx="617541" cy="73873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271" name="グループ化 270"/>
              <p:cNvGrpSpPr/>
              <p:nvPr/>
            </p:nvGrpSpPr>
            <p:grpSpPr>
              <a:xfrm>
                <a:off x="1745763" y="395748"/>
                <a:ext cx="1237602" cy="664138"/>
                <a:chOff x="2058915" y="6100360"/>
                <a:chExt cx="1237602" cy="664138"/>
              </a:xfrm>
            </p:grpSpPr>
            <p:sp>
              <p:nvSpPr>
                <p:cNvPr id="273" name="正方形/長方形 272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274" name="直線コネクタ 273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75" name="正方形/長方形 274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276" name="直線コネクタ 275"/>
                <p:cNvCxnSpPr>
                  <a:endCxn id="275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277" name="正方形/長方形 276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272" name="直線コネクタ 271"/>
              <p:cNvCxnSpPr>
                <a:endCxn id="277" idx="0"/>
              </p:cNvCxnSpPr>
              <p:nvPr/>
            </p:nvCxnSpPr>
            <p:spPr bwMode="auto">
              <a:xfrm>
                <a:off x="1759856" y="326140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264" name="正方形/長方形 263"/>
            <p:cNvSpPr/>
            <p:nvPr/>
          </p:nvSpPr>
          <p:spPr>
            <a:xfrm>
              <a:off x="3775212" y="1461844"/>
              <a:ext cx="73930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Donald</a:t>
              </a:r>
              <a:endParaRPr lang="ja-JP" altLang="en-US" dirty="0"/>
            </a:p>
          </p:txBody>
        </p:sp>
        <p:cxnSp>
          <p:nvCxnSpPr>
            <p:cNvPr id="265" name="直線コネクタ 264"/>
            <p:cNvCxnSpPr>
              <a:stCxn id="285" idx="2"/>
              <a:endCxn id="264" idx="0"/>
            </p:cNvCxnSpPr>
            <p:nvPr/>
          </p:nvCxnSpPr>
          <p:spPr bwMode="auto">
            <a:xfrm>
              <a:off x="4144864" y="1405972"/>
              <a:ext cx="1" cy="5587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285" name="正方形/長方形 284"/>
            <p:cNvSpPr/>
            <p:nvPr/>
          </p:nvSpPr>
          <p:spPr>
            <a:xfrm>
              <a:off x="3801981" y="1098195"/>
              <a:ext cx="6857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Trump</a:t>
              </a:r>
              <a:endParaRPr lang="ja-JP" altLang="en-US" dirty="0"/>
            </a:p>
          </p:txBody>
        </p:sp>
        <p:cxnSp>
          <p:nvCxnSpPr>
            <p:cNvPr id="293" name="直線コネクタ 292"/>
            <p:cNvCxnSpPr>
              <a:endCxn id="285" idx="0"/>
            </p:cNvCxnSpPr>
            <p:nvPr/>
          </p:nvCxnSpPr>
          <p:spPr bwMode="auto">
            <a:xfrm>
              <a:off x="4144863" y="1020749"/>
              <a:ext cx="1" cy="77446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22" name="曲線コネクタ 321"/>
          <p:cNvCxnSpPr>
            <a:stCxn id="266" idx="1"/>
            <a:endCxn id="310" idx="1"/>
          </p:cNvCxnSpPr>
          <p:nvPr/>
        </p:nvCxnSpPr>
        <p:spPr bwMode="auto">
          <a:xfrm rot="10800000" flipV="1">
            <a:off x="2541145" y="-7741281"/>
            <a:ext cx="16862" cy="1063935"/>
          </a:xfrm>
          <a:prstGeom prst="curvedConnector3">
            <a:avLst>
              <a:gd name="adj1" fmla="val 1455711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23" name="正方形/長方形 322"/>
          <p:cNvSpPr/>
          <p:nvPr/>
        </p:nvSpPr>
        <p:spPr>
          <a:xfrm>
            <a:off x="1252750" y="-7356059"/>
            <a:ext cx="94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336" name="グループ化 335"/>
          <p:cNvGrpSpPr/>
          <p:nvPr/>
        </p:nvGrpSpPr>
        <p:grpSpPr>
          <a:xfrm>
            <a:off x="2304773" y="-6831234"/>
            <a:ext cx="6075350" cy="1428803"/>
            <a:chOff x="1659817" y="1776908"/>
            <a:chExt cx="6075350" cy="1428803"/>
          </a:xfrm>
        </p:grpSpPr>
        <p:sp>
          <p:nvSpPr>
            <p:cNvPr id="310" name="正方形/長方形 309"/>
            <p:cNvSpPr/>
            <p:nvPr/>
          </p:nvSpPr>
          <p:spPr>
            <a:xfrm>
              <a:off x="1896189" y="1776908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           won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the 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grpSp>
          <p:nvGrpSpPr>
            <p:cNvPr id="331" name="グループ化 330"/>
            <p:cNvGrpSpPr/>
            <p:nvPr/>
          </p:nvGrpSpPr>
          <p:grpSpPr>
            <a:xfrm>
              <a:off x="3758350" y="2162130"/>
              <a:ext cx="739305" cy="671426"/>
              <a:chOff x="3758350" y="2162130"/>
              <a:chExt cx="739305" cy="671426"/>
            </a:xfrm>
          </p:grpSpPr>
          <p:sp>
            <p:nvSpPr>
              <p:cNvPr id="306" name="正方形/長方形 305"/>
              <p:cNvSpPr/>
              <p:nvPr/>
            </p:nvSpPr>
            <p:spPr>
              <a:xfrm>
                <a:off x="3758350" y="2525779"/>
                <a:ext cx="73930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Donald</a:t>
                </a:r>
                <a:endParaRPr lang="ja-JP" altLang="en-US" dirty="0"/>
              </a:p>
            </p:txBody>
          </p:sp>
          <p:cxnSp>
            <p:nvCxnSpPr>
              <p:cNvPr id="307" name="直線コネクタ 306"/>
              <p:cNvCxnSpPr>
                <a:stCxn id="308" idx="2"/>
                <a:endCxn id="306" idx="0"/>
              </p:cNvCxnSpPr>
              <p:nvPr/>
            </p:nvCxnSpPr>
            <p:spPr bwMode="auto">
              <a:xfrm>
                <a:off x="4128002" y="2469907"/>
                <a:ext cx="1" cy="5587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08" name="正方形/長方形 307"/>
              <p:cNvSpPr/>
              <p:nvPr/>
            </p:nvSpPr>
            <p:spPr>
              <a:xfrm>
                <a:off x="3785119" y="2162130"/>
                <a:ext cx="6857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Trump</a:t>
                </a:r>
                <a:endParaRPr lang="ja-JP" altLang="en-US" dirty="0"/>
              </a:p>
            </p:txBody>
          </p:sp>
        </p:grpSp>
        <p:cxnSp>
          <p:nvCxnSpPr>
            <p:cNvPr id="309" name="直線コネクタ 308"/>
            <p:cNvCxnSpPr>
              <a:endCxn id="308" idx="0"/>
            </p:cNvCxnSpPr>
            <p:nvPr/>
          </p:nvCxnSpPr>
          <p:spPr bwMode="auto">
            <a:xfrm>
              <a:off x="3355920" y="2021633"/>
              <a:ext cx="772082" cy="14049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30" name="グループ化 329"/>
            <p:cNvGrpSpPr/>
            <p:nvPr/>
          </p:nvGrpSpPr>
          <p:grpSpPr>
            <a:xfrm>
              <a:off x="1659817" y="2164188"/>
              <a:ext cx="2243391" cy="1041523"/>
              <a:chOff x="1659817" y="2164188"/>
              <a:chExt cx="2243391" cy="1041523"/>
            </a:xfrm>
          </p:grpSpPr>
          <p:sp>
            <p:nvSpPr>
              <p:cNvPr id="311" name="正方形/長方形 310"/>
              <p:cNvSpPr/>
              <p:nvPr/>
            </p:nvSpPr>
            <p:spPr>
              <a:xfrm>
                <a:off x="2402344" y="2541574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312" name="直線コネクタ 311"/>
              <p:cNvCxnSpPr>
                <a:stCxn id="326" idx="2"/>
                <a:endCxn id="311" idx="0"/>
              </p:cNvCxnSpPr>
              <p:nvPr/>
            </p:nvCxnSpPr>
            <p:spPr bwMode="auto">
              <a:xfrm flipH="1">
                <a:off x="2541966" y="2471965"/>
                <a:ext cx="137733" cy="6960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13" name="正方形/長方形 312"/>
              <p:cNvSpPr/>
              <p:nvPr/>
            </p:nvSpPr>
            <p:spPr>
              <a:xfrm>
                <a:off x="1659817" y="2541572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314" name="直線コネクタ 313"/>
              <p:cNvCxnSpPr>
                <a:stCxn id="326" idx="2"/>
                <a:endCxn id="313" idx="0"/>
              </p:cNvCxnSpPr>
              <p:nvPr/>
            </p:nvCxnSpPr>
            <p:spPr bwMode="auto">
              <a:xfrm flipH="1">
                <a:off x="2048065" y="2471965"/>
                <a:ext cx="631634" cy="6960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15" name="グループ化 314"/>
              <p:cNvGrpSpPr/>
              <p:nvPr/>
            </p:nvGrpSpPr>
            <p:grpSpPr>
              <a:xfrm>
                <a:off x="2665606" y="2541573"/>
                <a:ext cx="1237602" cy="664138"/>
                <a:chOff x="2058915" y="6100360"/>
                <a:chExt cx="1237602" cy="664138"/>
              </a:xfrm>
            </p:grpSpPr>
            <p:sp>
              <p:nvSpPr>
                <p:cNvPr id="317" name="正方形/長方形 316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318" name="直線コネクタ 317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19" name="正方形/長方形 318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320" name="直線コネクタ 319"/>
                <p:cNvCxnSpPr>
                  <a:endCxn id="319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21" name="正方形/長方形 320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316" name="直線コネクタ 315"/>
              <p:cNvCxnSpPr>
                <a:stCxn id="326" idx="2"/>
                <a:endCxn id="321" idx="0"/>
              </p:cNvCxnSpPr>
              <p:nvPr/>
            </p:nvCxnSpPr>
            <p:spPr bwMode="auto">
              <a:xfrm>
                <a:off x="2679699" y="2471965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26" name="正方形/長方形 325"/>
              <p:cNvSpPr/>
              <p:nvPr/>
            </p:nvSpPr>
            <p:spPr>
              <a:xfrm>
                <a:off x="2432676" y="2164188"/>
                <a:ext cx="4940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lack</a:t>
                </a:r>
                <a:endParaRPr lang="ja-JP" altLang="en-US" dirty="0"/>
              </a:p>
            </p:txBody>
          </p:sp>
        </p:grpSp>
        <p:cxnSp>
          <p:nvCxnSpPr>
            <p:cNvPr id="333" name="直線コネクタ 332"/>
            <p:cNvCxnSpPr>
              <a:stCxn id="326" idx="0"/>
            </p:cNvCxnSpPr>
            <p:nvPr/>
          </p:nvCxnSpPr>
          <p:spPr bwMode="auto">
            <a:xfrm flipV="1">
              <a:off x="2679699" y="2021631"/>
              <a:ext cx="676221" cy="14255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grpSp>
        <p:nvGrpSpPr>
          <p:cNvPr id="337" name="グループ化 336"/>
          <p:cNvGrpSpPr/>
          <p:nvPr/>
        </p:nvGrpSpPr>
        <p:grpSpPr>
          <a:xfrm>
            <a:off x="2304773" y="-5353848"/>
            <a:ext cx="6075350" cy="1428803"/>
            <a:chOff x="1659817" y="1776908"/>
            <a:chExt cx="6075350" cy="1428803"/>
          </a:xfrm>
        </p:grpSpPr>
        <p:sp>
          <p:nvSpPr>
            <p:cNvPr id="338" name="正方形/長方形 337"/>
            <p:cNvSpPr/>
            <p:nvPr/>
          </p:nvSpPr>
          <p:spPr>
            <a:xfrm>
              <a:off x="1896189" y="1776908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           won the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presidential 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grpSp>
          <p:nvGrpSpPr>
            <p:cNvPr id="339" name="グループ化 338"/>
            <p:cNvGrpSpPr/>
            <p:nvPr/>
          </p:nvGrpSpPr>
          <p:grpSpPr>
            <a:xfrm>
              <a:off x="3758350" y="2162130"/>
              <a:ext cx="739305" cy="671426"/>
              <a:chOff x="3758350" y="2162130"/>
              <a:chExt cx="739305" cy="671426"/>
            </a:xfrm>
          </p:grpSpPr>
          <p:sp>
            <p:nvSpPr>
              <p:cNvPr id="355" name="正方形/長方形 354"/>
              <p:cNvSpPr/>
              <p:nvPr/>
            </p:nvSpPr>
            <p:spPr>
              <a:xfrm>
                <a:off x="3758350" y="2525779"/>
                <a:ext cx="73930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Donald</a:t>
                </a:r>
                <a:endParaRPr lang="ja-JP" altLang="en-US" dirty="0"/>
              </a:p>
            </p:txBody>
          </p:sp>
          <p:cxnSp>
            <p:nvCxnSpPr>
              <p:cNvPr id="356" name="直線コネクタ 355"/>
              <p:cNvCxnSpPr>
                <a:stCxn id="357" idx="2"/>
                <a:endCxn id="355" idx="0"/>
              </p:cNvCxnSpPr>
              <p:nvPr/>
            </p:nvCxnSpPr>
            <p:spPr bwMode="auto">
              <a:xfrm>
                <a:off x="4128002" y="2469907"/>
                <a:ext cx="1" cy="5587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57" name="正方形/長方形 356"/>
              <p:cNvSpPr/>
              <p:nvPr/>
            </p:nvSpPr>
            <p:spPr>
              <a:xfrm>
                <a:off x="3785119" y="2162130"/>
                <a:ext cx="6857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Trump</a:t>
                </a:r>
                <a:endParaRPr lang="ja-JP" altLang="en-US" dirty="0"/>
              </a:p>
            </p:txBody>
          </p:sp>
        </p:grpSp>
        <p:cxnSp>
          <p:nvCxnSpPr>
            <p:cNvPr id="340" name="直線コネクタ 339"/>
            <p:cNvCxnSpPr>
              <a:endCxn id="357" idx="0"/>
            </p:cNvCxnSpPr>
            <p:nvPr/>
          </p:nvCxnSpPr>
          <p:spPr bwMode="auto">
            <a:xfrm>
              <a:off x="3355920" y="2021633"/>
              <a:ext cx="772082" cy="14049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41" name="グループ化 340"/>
            <p:cNvGrpSpPr/>
            <p:nvPr/>
          </p:nvGrpSpPr>
          <p:grpSpPr>
            <a:xfrm>
              <a:off x="1659817" y="2164188"/>
              <a:ext cx="2243391" cy="1041523"/>
              <a:chOff x="1659817" y="2164188"/>
              <a:chExt cx="2243391" cy="1041523"/>
            </a:xfrm>
          </p:grpSpPr>
          <p:sp>
            <p:nvSpPr>
              <p:cNvPr id="343" name="正方形/長方形 342"/>
              <p:cNvSpPr/>
              <p:nvPr/>
            </p:nvSpPr>
            <p:spPr>
              <a:xfrm>
                <a:off x="2402344" y="2541574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344" name="直線コネクタ 343"/>
              <p:cNvCxnSpPr>
                <a:stCxn id="349" idx="2"/>
                <a:endCxn id="343" idx="0"/>
              </p:cNvCxnSpPr>
              <p:nvPr/>
            </p:nvCxnSpPr>
            <p:spPr bwMode="auto">
              <a:xfrm flipH="1">
                <a:off x="2541966" y="2471965"/>
                <a:ext cx="137733" cy="6960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5" name="正方形/長方形 344"/>
              <p:cNvSpPr/>
              <p:nvPr/>
            </p:nvSpPr>
            <p:spPr>
              <a:xfrm>
                <a:off x="1659817" y="2541572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346" name="直線コネクタ 345"/>
              <p:cNvCxnSpPr>
                <a:stCxn id="349" idx="2"/>
                <a:endCxn id="345" idx="0"/>
              </p:cNvCxnSpPr>
              <p:nvPr/>
            </p:nvCxnSpPr>
            <p:spPr bwMode="auto">
              <a:xfrm flipH="1">
                <a:off x="2048065" y="2471965"/>
                <a:ext cx="631634" cy="6960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47" name="グループ化 346"/>
              <p:cNvGrpSpPr/>
              <p:nvPr/>
            </p:nvGrpSpPr>
            <p:grpSpPr>
              <a:xfrm>
                <a:off x="2665606" y="2541573"/>
                <a:ext cx="1237602" cy="664138"/>
                <a:chOff x="2058915" y="6100360"/>
                <a:chExt cx="1237602" cy="664138"/>
              </a:xfrm>
            </p:grpSpPr>
            <p:sp>
              <p:nvSpPr>
                <p:cNvPr id="350" name="正方形/長方形 349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351" name="直線コネクタ 350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52" name="正方形/長方形 351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353" name="直線コネクタ 352"/>
                <p:cNvCxnSpPr>
                  <a:endCxn id="352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54" name="正方形/長方形 353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348" name="直線コネクタ 347"/>
              <p:cNvCxnSpPr>
                <a:stCxn id="349" idx="2"/>
                <a:endCxn id="354" idx="0"/>
              </p:cNvCxnSpPr>
              <p:nvPr/>
            </p:nvCxnSpPr>
            <p:spPr bwMode="auto">
              <a:xfrm>
                <a:off x="2679699" y="2471965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49" name="正方形/長方形 348"/>
              <p:cNvSpPr/>
              <p:nvPr/>
            </p:nvSpPr>
            <p:spPr>
              <a:xfrm>
                <a:off x="2432676" y="2164188"/>
                <a:ext cx="4940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lack</a:t>
                </a:r>
                <a:endParaRPr lang="ja-JP" altLang="en-US" dirty="0"/>
              </a:p>
            </p:txBody>
          </p:sp>
        </p:grpSp>
        <p:cxnSp>
          <p:nvCxnSpPr>
            <p:cNvPr id="342" name="直線コネクタ 341"/>
            <p:cNvCxnSpPr>
              <a:stCxn id="349" idx="0"/>
            </p:cNvCxnSpPr>
            <p:nvPr/>
          </p:nvCxnSpPr>
          <p:spPr bwMode="auto">
            <a:xfrm flipV="1">
              <a:off x="2679699" y="2021631"/>
              <a:ext cx="676221" cy="14255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58" name="曲線コネクタ 357"/>
          <p:cNvCxnSpPr>
            <a:stCxn id="310" idx="1"/>
            <a:endCxn id="338" idx="1"/>
          </p:cNvCxnSpPr>
          <p:nvPr/>
        </p:nvCxnSpPr>
        <p:spPr bwMode="auto">
          <a:xfrm rot="10800000" flipV="1">
            <a:off x="2541145" y="-6677345"/>
            <a:ext cx="12700" cy="1477386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59" name="正方形/長方形 358"/>
          <p:cNvSpPr/>
          <p:nvPr/>
        </p:nvSpPr>
        <p:spPr>
          <a:xfrm>
            <a:off x="1657486" y="-6103020"/>
            <a:ext cx="542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grpSp>
        <p:nvGrpSpPr>
          <p:cNvPr id="362" name="グループ化 361"/>
          <p:cNvGrpSpPr/>
          <p:nvPr/>
        </p:nvGrpSpPr>
        <p:grpSpPr>
          <a:xfrm>
            <a:off x="2321635" y="-3937868"/>
            <a:ext cx="6075350" cy="1428803"/>
            <a:chOff x="1659817" y="1776908"/>
            <a:chExt cx="6075350" cy="1428803"/>
          </a:xfrm>
        </p:grpSpPr>
        <p:sp>
          <p:nvSpPr>
            <p:cNvPr id="363" name="正方形/長方形 362"/>
            <p:cNvSpPr/>
            <p:nvPr/>
          </p:nvSpPr>
          <p:spPr>
            <a:xfrm>
              <a:off x="1896189" y="1776908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           won the presidential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</a:t>
              </a:r>
              <a:r>
                <a:rPr lang="ja-JP" altLang="en-US" sz="1400" dirty="0"/>
                <a:t>election.</a:t>
              </a:r>
              <a:r>
                <a:rPr lang="en-US" altLang="ja-JP" sz="1400" dirty="0">
                  <a:solidFill>
                    <a:srgbClr val="00B0F0"/>
                  </a:solidFill>
                </a:rPr>
                <a:t>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grpSp>
          <p:nvGrpSpPr>
            <p:cNvPr id="364" name="グループ化 363"/>
            <p:cNvGrpSpPr/>
            <p:nvPr/>
          </p:nvGrpSpPr>
          <p:grpSpPr>
            <a:xfrm>
              <a:off x="3758350" y="2162130"/>
              <a:ext cx="739305" cy="671426"/>
              <a:chOff x="3758350" y="2162130"/>
              <a:chExt cx="739305" cy="671426"/>
            </a:xfrm>
          </p:grpSpPr>
          <p:sp>
            <p:nvSpPr>
              <p:cNvPr id="380" name="正方形/長方形 379"/>
              <p:cNvSpPr/>
              <p:nvPr/>
            </p:nvSpPr>
            <p:spPr>
              <a:xfrm>
                <a:off x="3758350" y="2525779"/>
                <a:ext cx="73930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Donald</a:t>
                </a:r>
                <a:endParaRPr lang="ja-JP" altLang="en-US" dirty="0"/>
              </a:p>
            </p:txBody>
          </p:sp>
          <p:cxnSp>
            <p:nvCxnSpPr>
              <p:cNvPr id="381" name="直線コネクタ 380"/>
              <p:cNvCxnSpPr>
                <a:stCxn id="382" idx="2"/>
                <a:endCxn id="380" idx="0"/>
              </p:cNvCxnSpPr>
              <p:nvPr/>
            </p:nvCxnSpPr>
            <p:spPr bwMode="auto">
              <a:xfrm>
                <a:off x="4128002" y="2469907"/>
                <a:ext cx="1" cy="5587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82" name="正方形/長方形 381"/>
              <p:cNvSpPr/>
              <p:nvPr/>
            </p:nvSpPr>
            <p:spPr>
              <a:xfrm>
                <a:off x="3785119" y="2162130"/>
                <a:ext cx="6857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Trump</a:t>
                </a:r>
                <a:endParaRPr lang="ja-JP" altLang="en-US" dirty="0"/>
              </a:p>
            </p:txBody>
          </p:sp>
        </p:grpSp>
        <p:cxnSp>
          <p:nvCxnSpPr>
            <p:cNvPr id="365" name="直線コネクタ 364"/>
            <p:cNvCxnSpPr>
              <a:endCxn id="382" idx="0"/>
            </p:cNvCxnSpPr>
            <p:nvPr/>
          </p:nvCxnSpPr>
          <p:spPr bwMode="auto">
            <a:xfrm>
              <a:off x="3355920" y="2021633"/>
              <a:ext cx="772082" cy="14049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66" name="グループ化 365"/>
            <p:cNvGrpSpPr/>
            <p:nvPr/>
          </p:nvGrpSpPr>
          <p:grpSpPr>
            <a:xfrm>
              <a:off x="1659817" y="2164188"/>
              <a:ext cx="2243391" cy="1041523"/>
              <a:chOff x="1659817" y="2164188"/>
              <a:chExt cx="2243391" cy="1041523"/>
            </a:xfrm>
          </p:grpSpPr>
          <p:sp>
            <p:nvSpPr>
              <p:cNvPr id="368" name="正方形/長方形 367"/>
              <p:cNvSpPr/>
              <p:nvPr/>
            </p:nvSpPr>
            <p:spPr>
              <a:xfrm>
                <a:off x="2402344" y="2541574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369" name="直線コネクタ 368"/>
              <p:cNvCxnSpPr>
                <a:stCxn id="374" idx="2"/>
                <a:endCxn id="368" idx="0"/>
              </p:cNvCxnSpPr>
              <p:nvPr/>
            </p:nvCxnSpPr>
            <p:spPr bwMode="auto">
              <a:xfrm flipH="1">
                <a:off x="2541966" y="2471965"/>
                <a:ext cx="137733" cy="6960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0" name="正方形/長方形 369"/>
              <p:cNvSpPr/>
              <p:nvPr/>
            </p:nvSpPr>
            <p:spPr>
              <a:xfrm>
                <a:off x="1659817" y="2541572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371" name="直線コネクタ 370"/>
              <p:cNvCxnSpPr>
                <a:stCxn id="374" idx="2"/>
                <a:endCxn id="370" idx="0"/>
              </p:cNvCxnSpPr>
              <p:nvPr/>
            </p:nvCxnSpPr>
            <p:spPr bwMode="auto">
              <a:xfrm flipH="1">
                <a:off x="2048065" y="2471965"/>
                <a:ext cx="631634" cy="6960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72" name="グループ化 371"/>
              <p:cNvGrpSpPr/>
              <p:nvPr/>
            </p:nvGrpSpPr>
            <p:grpSpPr>
              <a:xfrm>
                <a:off x="2665606" y="2541573"/>
                <a:ext cx="1237602" cy="664138"/>
                <a:chOff x="2058915" y="6100360"/>
                <a:chExt cx="1237602" cy="664138"/>
              </a:xfrm>
            </p:grpSpPr>
            <p:sp>
              <p:nvSpPr>
                <p:cNvPr id="375" name="正方形/長方形 374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376" name="直線コネクタ 375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77" name="正方形/長方形 376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378" name="直線コネクタ 377"/>
                <p:cNvCxnSpPr>
                  <a:endCxn id="377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379" name="正方形/長方形 378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373" name="直線コネクタ 372"/>
              <p:cNvCxnSpPr>
                <a:stCxn id="374" idx="2"/>
                <a:endCxn id="379" idx="0"/>
              </p:cNvCxnSpPr>
              <p:nvPr/>
            </p:nvCxnSpPr>
            <p:spPr bwMode="auto">
              <a:xfrm>
                <a:off x="2679699" y="2471965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74" name="正方形/長方形 373"/>
              <p:cNvSpPr/>
              <p:nvPr/>
            </p:nvSpPr>
            <p:spPr>
              <a:xfrm>
                <a:off x="2432676" y="2164188"/>
                <a:ext cx="4940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lack</a:t>
                </a:r>
                <a:endParaRPr lang="ja-JP" altLang="en-US" dirty="0"/>
              </a:p>
            </p:txBody>
          </p:sp>
        </p:grpSp>
        <p:cxnSp>
          <p:nvCxnSpPr>
            <p:cNvPr id="367" name="直線コネクタ 366"/>
            <p:cNvCxnSpPr>
              <a:stCxn id="374" idx="0"/>
            </p:cNvCxnSpPr>
            <p:nvPr/>
          </p:nvCxnSpPr>
          <p:spPr bwMode="auto">
            <a:xfrm flipV="1">
              <a:off x="2679699" y="2021631"/>
              <a:ext cx="676221" cy="14255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383" name="曲線コネクタ 382"/>
          <p:cNvCxnSpPr>
            <a:stCxn id="338" idx="1"/>
            <a:endCxn id="363" idx="1"/>
          </p:cNvCxnSpPr>
          <p:nvPr/>
        </p:nvCxnSpPr>
        <p:spPr bwMode="auto">
          <a:xfrm rot="10800000" flipH="1" flipV="1">
            <a:off x="2541145" y="-5199959"/>
            <a:ext cx="16862" cy="1415980"/>
          </a:xfrm>
          <a:prstGeom prst="curvedConnector3">
            <a:avLst>
              <a:gd name="adj1" fmla="val -1355711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384" name="正方形/長方形 383"/>
          <p:cNvSpPr/>
          <p:nvPr/>
        </p:nvSpPr>
        <p:spPr>
          <a:xfrm>
            <a:off x="1657486" y="-4645950"/>
            <a:ext cx="542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grpSp>
        <p:nvGrpSpPr>
          <p:cNvPr id="388" name="グループ化 387"/>
          <p:cNvGrpSpPr/>
          <p:nvPr/>
        </p:nvGrpSpPr>
        <p:grpSpPr>
          <a:xfrm>
            <a:off x="2321635" y="-2527639"/>
            <a:ext cx="6075350" cy="1428803"/>
            <a:chOff x="1659817" y="1776908"/>
            <a:chExt cx="6075350" cy="1428803"/>
          </a:xfrm>
        </p:grpSpPr>
        <p:sp>
          <p:nvSpPr>
            <p:cNvPr id="389" name="正方形/長方形 388"/>
            <p:cNvSpPr/>
            <p:nvPr/>
          </p:nvSpPr>
          <p:spPr>
            <a:xfrm>
              <a:off x="1896189" y="1776908"/>
              <a:ext cx="5838978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           won the presidential election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 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grpSp>
          <p:nvGrpSpPr>
            <p:cNvPr id="390" name="グループ化 389"/>
            <p:cNvGrpSpPr/>
            <p:nvPr/>
          </p:nvGrpSpPr>
          <p:grpSpPr>
            <a:xfrm>
              <a:off x="3758350" y="2162130"/>
              <a:ext cx="739305" cy="671426"/>
              <a:chOff x="3758350" y="2162130"/>
              <a:chExt cx="739305" cy="671426"/>
            </a:xfrm>
          </p:grpSpPr>
          <p:sp>
            <p:nvSpPr>
              <p:cNvPr id="406" name="正方形/長方形 405"/>
              <p:cNvSpPr/>
              <p:nvPr/>
            </p:nvSpPr>
            <p:spPr>
              <a:xfrm>
                <a:off x="3758350" y="2525779"/>
                <a:ext cx="73930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Donald</a:t>
                </a:r>
                <a:endParaRPr lang="ja-JP" altLang="en-US" dirty="0"/>
              </a:p>
            </p:txBody>
          </p:sp>
          <p:cxnSp>
            <p:nvCxnSpPr>
              <p:cNvPr id="407" name="直線コネクタ 406"/>
              <p:cNvCxnSpPr>
                <a:stCxn id="408" idx="2"/>
                <a:endCxn id="406" idx="0"/>
              </p:cNvCxnSpPr>
              <p:nvPr/>
            </p:nvCxnSpPr>
            <p:spPr bwMode="auto">
              <a:xfrm>
                <a:off x="4128002" y="2469907"/>
                <a:ext cx="1" cy="5587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8" name="正方形/長方形 407"/>
              <p:cNvSpPr/>
              <p:nvPr/>
            </p:nvSpPr>
            <p:spPr>
              <a:xfrm>
                <a:off x="3785119" y="2162130"/>
                <a:ext cx="6857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Trump</a:t>
                </a:r>
                <a:endParaRPr lang="ja-JP" altLang="en-US" dirty="0"/>
              </a:p>
            </p:txBody>
          </p:sp>
        </p:grpSp>
        <p:cxnSp>
          <p:nvCxnSpPr>
            <p:cNvPr id="391" name="直線コネクタ 390"/>
            <p:cNvCxnSpPr>
              <a:endCxn id="408" idx="0"/>
            </p:cNvCxnSpPr>
            <p:nvPr/>
          </p:nvCxnSpPr>
          <p:spPr bwMode="auto">
            <a:xfrm>
              <a:off x="3355920" y="2021633"/>
              <a:ext cx="772082" cy="14049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392" name="グループ化 391"/>
            <p:cNvGrpSpPr/>
            <p:nvPr/>
          </p:nvGrpSpPr>
          <p:grpSpPr>
            <a:xfrm>
              <a:off x="1659817" y="2164188"/>
              <a:ext cx="2243391" cy="1041523"/>
              <a:chOff x="1659817" y="2164188"/>
              <a:chExt cx="2243391" cy="1041523"/>
            </a:xfrm>
          </p:grpSpPr>
          <p:sp>
            <p:nvSpPr>
              <p:cNvPr id="394" name="正方形/長方形 393"/>
              <p:cNvSpPr/>
              <p:nvPr/>
            </p:nvSpPr>
            <p:spPr>
              <a:xfrm>
                <a:off x="2402344" y="2541574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395" name="直線コネクタ 394"/>
              <p:cNvCxnSpPr>
                <a:stCxn id="400" idx="2"/>
                <a:endCxn id="394" idx="0"/>
              </p:cNvCxnSpPr>
              <p:nvPr/>
            </p:nvCxnSpPr>
            <p:spPr bwMode="auto">
              <a:xfrm flipH="1">
                <a:off x="2541966" y="2471965"/>
                <a:ext cx="137733" cy="6960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396" name="正方形/長方形 395"/>
              <p:cNvSpPr/>
              <p:nvPr/>
            </p:nvSpPr>
            <p:spPr>
              <a:xfrm>
                <a:off x="1659817" y="2541572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397" name="直線コネクタ 396"/>
              <p:cNvCxnSpPr>
                <a:stCxn id="400" idx="2"/>
                <a:endCxn id="396" idx="0"/>
              </p:cNvCxnSpPr>
              <p:nvPr/>
            </p:nvCxnSpPr>
            <p:spPr bwMode="auto">
              <a:xfrm flipH="1">
                <a:off x="2048065" y="2471965"/>
                <a:ext cx="631634" cy="6960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398" name="グループ化 397"/>
              <p:cNvGrpSpPr/>
              <p:nvPr/>
            </p:nvGrpSpPr>
            <p:grpSpPr>
              <a:xfrm>
                <a:off x="2665606" y="2541573"/>
                <a:ext cx="1237602" cy="664138"/>
                <a:chOff x="2058915" y="6100360"/>
                <a:chExt cx="1237602" cy="664138"/>
              </a:xfrm>
            </p:grpSpPr>
            <p:sp>
              <p:nvSpPr>
                <p:cNvPr id="401" name="正方形/長方形 400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402" name="直線コネクタ 401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03" name="正方形/長方形 402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404" name="直線コネクタ 403"/>
                <p:cNvCxnSpPr>
                  <a:endCxn id="403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05" name="正方形/長方形 404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399" name="直線コネクタ 398"/>
              <p:cNvCxnSpPr>
                <a:stCxn id="400" idx="2"/>
                <a:endCxn id="405" idx="0"/>
              </p:cNvCxnSpPr>
              <p:nvPr/>
            </p:nvCxnSpPr>
            <p:spPr bwMode="auto">
              <a:xfrm>
                <a:off x="2679699" y="2471965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400" name="正方形/長方形 399"/>
              <p:cNvSpPr/>
              <p:nvPr/>
            </p:nvSpPr>
            <p:spPr>
              <a:xfrm>
                <a:off x="2432676" y="2164188"/>
                <a:ext cx="4940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lack</a:t>
                </a:r>
                <a:endParaRPr lang="ja-JP" altLang="en-US" dirty="0"/>
              </a:p>
            </p:txBody>
          </p:sp>
        </p:grpSp>
        <p:cxnSp>
          <p:nvCxnSpPr>
            <p:cNvPr id="393" name="直線コネクタ 392"/>
            <p:cNvCxnSpPr>
              <a:stCxn id="400" idx="0"/>
            </p:cNvCxnSpPr>
            <p:nvPr/>
          </p:nvCxnSpPr>
          <p:spPr bwMode="auto">
            <a:xfrm flipV="1">
              <a:off x="2679699" y="2021631"/>
              <a:ext cx="676221" cy="14255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09" name="曲線コネクタ 408"/>
          <p:cNvCxnSpPr>
            <a:stCxn id="363" idx="1"/>
            <a:endCxn id="389" idx="1"/>
          </p:cNvCxnSpPr>
          <p:nvPr/>
        </p:nvCxnSpPr>
        <p:spPr bwMode="auto">
          <a:xfrm rot="10800000" flipV="1">
            <a:off x="2558007" y="-3783980"/>
            <a:ext cx="12700" cy="1410229"/>
          </a:xfrm>
          <a:prstGeom prst="curvedConnector3">
            <a:avLst>
              <a:gd name="adj1" fmla="val 180000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10" name="正方形/長方形 409"/>
          <p:cNvSpPr/>
          <p:nvPr/>
        </p:nvSpPr>
        <p:spPr>
          <a:xfrm>
            <a:off x="1657486" y="-3158689"/>
            <a:ext cx="5424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Shift</a:t>
            </a:r>
          </a:p>
        </p:txBody>
      </p:sp>
      <p:grpSp>
        <p:nvGrpSpPr>
          <p:cNvPr id="468" name="グループ化 467"/>
          <p:cNvGrpSpPr/>
          <p:nvPr/>
        </p:nvGrpSpPr>
        <p:grpSpPr>
          <a:xfrm>
            <a:off x="2274649" y="-1014104"/>
            <a:ext cx="4072614" cy="1428803"/>
            <a:chOff x="1021900" y="2674222"/>
            <a:chExt cx="4072614" cy="1428803"/>
          </a:xfrm>
        </p:grpSpPr>
        <p:grpSp>
          <p:nvGrpSpPr>
            <p:cNvPr id="413" name="グループ化 412"/>
            <p:cNvGrpSpPr/>
            <p:nvPr/>
          </p:nvGrpSpPr>
          <p:grpSpPr>
            <a:xfrm>
              <a:off x="1021900" y="2674222"/>
              <a:ext cx="4072614" cy="1428803"/>
              <a:chOff x="1659817" y="1776908"/>
              <a:chExt cx="4072614" cy="1428803"/>
            </a:xfrm>
          </p:grpSpPr>
          <p:sp>
            <p:nvSpPr>
              <p:cNvPr id="414" name="正方形/長方形 413"/>
              <p:cNvSpPr/>
              <p:nvPr/>
            </p:nvSpPr>
            <p:spPr>
              <a:xfrm>
                <a:off x="1896189" y="1776908"/>
                <a:ext cx="3836242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           won       the         election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 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grpSp>
            <p:nvGrpSpPr>
              <p:cNvPr id="415" name="グループ化 414"/>
              <p:cNvGrpSpPr/>
              <p:nvPr/>
            </p:nvGrpSpPr>
            <p:grpSpPr>
              <a:xfrm>
                <a:off x="3758350" y="2162130"/>
                <a:ext cx="739305" cy="671426"/>
                <a:chOff x="3758350" y="2162130"/>
                <a:chExt cx="739305" cy="671426"/>
              </a:xfrm>
            </p:grpSpPr>
            <p:sp>
              <p:nvSpPr>
                <p:cNvPr id="431" name="正方形/長方形 430"/>
                <p:cNvSpPr/>
                <p:nvPr/>
              </p:nvSpPr>
              <p:spPr>
                <a:xfrm>
                  <a:off x="3758350" y="2525779"/>
                  <a:ext cx="73930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Donald</a:t>
                  </a:r>
                  <a:endParaRPr lang="ja-JP" altLang="en-US" dirty="0"/>
                </a:p>
              </p:txBody>
            </p:sp>
            <p:cxnSp>
              <p:nvCxnSpPr>
                <p:cNvPr id="432" name="直線コネクタ 431"/>
                <p:cNvCxnSpPr>
                  <a:stCxn id="433" idx="2"/>
                  <a:endCxn id="431" idx="0"/>
                </p:cNvCxnSpPr>
                <p:nvPr/>
              </p:nvCxnSpPr>
              <p:spPr bwMode="auto">
                <a:xfrm>
                  <a:off x="4128002" y="2469907"/>
                  <a:ext cx="1" cy="55872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33" name="正方形/長方形 432"/>
                <p:cNvSpPr/>
                <p:nvPr/>
              </p:nvSpPr>
              <p:spPr>
                <a:xfrm>
                  <a:off x="3785119" y="2162130"/>
                  <a:ext cx="68576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Trump</a:t>
                  </a:r>
                  <a:endParaRPr lang="ja-JP" altLang="en-US" dirty="0"/>
                </a:p>
              </p:txBody>
            </p:sp>
          </p:grpSp>
          <p:cxnSp>
            <p:nvCxnSpPr>
              <p:cNvPr id="416" name="直線コネクタ 415"/>
              <p:cNvCxnSpPr>
                <a:endCxn id="433" idx="0"/>
              </p:cNvCxnSpPr>
              <p:nvPr/>
            </p:nvCxnSpPr>
            <p:spPr bwMode="auto">
              <a:xfrm>
                <a:off x="3355920" y="2021633"/>
                <a:ext cx="772082" cy="14049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17" name="グループ化 416"/>
              <p:cNvGrpSpPr/>
              <p:nvPr/>
            </p:nvGrpSpPr>
            <p:grpSpPr>
              <a:xfrm>
                <a:off x="1659817" y="2164188"/>
                <a:ext cx="2243391" cy="1041523"/>
                <a:chOff x="1659817" y="2164188"/>
                <a:chExt cx="2243391" cy="1041523"/>
              </a:xfrm>
            </p:grpSpPr>
            <p:sp>
              <p:nvSpPr>
                <p:cNvPr id="419" name="正方形/長方形 418"/>
                <p:cNvSpPr/>
                <p:nvPr/>
              </p:nvSpPr>
              <p:spPr>
                <a:xfrm>
                  <a:off x="2402344" y="2541574"/>
                  <a:ext cx="27924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a</a:t>
                  </a:r>
                  <a:endParaRPr lang="ja-JP" altLang="en-US" sz="1400" dirty="0"/>
                </a:p>
              </p:txBody>
            </p:sp>
            <p:cxnSp>
              <p:nvCxnSpPr>
                <p:cNvPr id="420" name="直線コネクタ 419"/>
                <p:cNvCxnSpPr>
                  <a:stCxn id="425" idx="2"/>
                  <a:endCxn id="419" idx="0"/>
                </p:cNvCxnSpPr>
                <p:nvPr/>
              </p:nvCxnSpPr>
              <p:spPr bwMode="auto">
                <a:xfrm flipH="1">
                  <a:off x="2541966" y="2471965"/>
                  <a:ext cx="137733" cy="69609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21" name="正方形/長方形 420"/>
                <p:cNvSpPr/>
                <p:nvPr/>
              </p:nvSpPr>
              <p:spPr>
                <a:xfrm>
                  <a:off x="1659817" y="2541572"/>
                  <a:ext cx="77649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Despite</a:t>
                  </a:r>
                  <a:endParaRPr lang="ja-JP" altLang="en-US" sz="1400" dirty="0"/>
                </a:p>
              </p:txBody>
            </p:sp>
            <p:cxnSp>
              <p:nvCxnSpPr>
                <p:cNvPr id="422" name="直線コネクタ 421"/>
                <p:cNvCxnSpPr>
                  <a:stCxn id="425" idx="2"/>
                  <a:endCxn id="421" idx="0"/>
                </p:cNvCxnSpPr>
                <p:nvPr/>
              </p:nvCxnSpPr>
              <p:spPr bwMode="auto">
                <a:xfrm flipH="1">
                  <a:off x="2048065" y="2471965"/>
                  <a:ext cx="631634" cy="69607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423" name="グループ化 422"/>
                <p:cNvGrpSpPr/>
                <p:nvPr/>
              </p:nvGrpSpPr>
              <p:grpSpPr>
                <a:xfrm>
                  <a:off x="2665606" y="2541573"/>
                  <a:ext cx="1237602" cy="664138"/>
                  <a:chOff x="2058915" y="6100360"/>
                  <a:chExt cx="1237602" cy="664138"/>
                </a:xfrm>
              </p:grpSpPr>
              <p:sp>
                <p:nvSpPr>
                  <p:cNvPr id="426" name="正方形/長方形 425"/>
                  <p:cNvSpPr/>
                  <p:nvPr/>
                </p:nvSpPr>
                <p:spPr>
                  <a:xfrm>
                    <a:off x="2510211" y="6456721"/>
                    <a:ext cx="786306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political</a:t>
                    </a:r>
                    <a:endParaRPr lang="ja-JP" altLang="en-US" dirty="0"/>
                  </a:p>
                </p:txBody>
              </p:sp>
              <p:cxnSp>
                <p:nvCxnSpPr>
                  <p:cNvPr id="427" name="直線コネクタ 426"/>
                  <p:cNvCxnSpPr/>
                  <p:nvPr/>
                </p:nvCxnSpPr>
                <p:spPr bwMode="auto">
                  <a:xfrm>
                    <a:off x="2503991" y="6351370"/>
                    <a:ext cx="393153" cy="105351"/>
                  </a:xfrm>
                  <a:prstGeom prst="line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28" name="正方形/長方形 427"/>
                  <p:cNvSpPr/>
                  <p:nvPr/>
                </p:nvSpPr>
                <p:spPr>
                  <a:xfrm>
                    <a:off x="2058915" y="6456721"/>
                    <a:ext cx="340158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of</a:t>
                    </a:r>
                    <a:endParaRPr lang="ja-JP" altLang="en-US" dirty="0"/>
                  </a:p>
                </p:txBody>
              </p:sp>
              <p:cxnSp>
                <p:nvCxnSpPr>
                  <p:cNvPr id="429" name="直線コネクタ 428"/>
                  <p:cNvCxnSpPr>
                    <a:endCxn id="428" idx="0"/>
                  </p:cNvCxnSpPr>
                  <p:nvPr/>
                </p:nvCxnSpPr>
                <p:spPr bwMode="auto">
                  <a:xfrm flipH="1">
                    <a:off x="2228994" y="6351370"/>
                    <a:ext cx="281217" cy="105351"/>
                  </a:xfrm>
                  <a:prstGeom prst="line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30" name="正方形/長方形 429"/>
                  <p:cNvSpPr/>
                  <p:nvPr/>
                </p:nvSpPr>
                <p:spPr>
                  <a:xfrm>
                    <a:off x="2073008" y="6100360"/>
                    <a:ext cx="1039067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experience</a:t>
                    </a:r>
                    <a:endParaRPr lang="ja-JP" altLang="en-US" dirty="0"/>
                  </a:p>
                </p:txBody>
              </p:sp>
            </p:grpSp>
            <p:cxnSp>
              <p:nvCxnSpPr>
                <p:cNvPr id="424" name="直線コネクタ 423"/>
                <p:cNvCxnSpPr>
                  <a:stCxn id="425" idx="2"/>
                  <a:endCxn id="430" idx="0"/>
                </p:cNvCxnSpPr>
                <p:nvPr/>
              </p:nvCxnSpPr>
              <p:spPr bwMode="auto">
                <a:xfrm>
                  <a:off x="2679699" y="2471965"/>
                  <a:ext cx="519534" cy="69608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25" name="正方形/長方形 424"/>
                <p:cNvSpPr/>
                <p:nvPr/>
              </p:nvSpPr>
              <p:spPr>
                <a:xfrm>
                  <a:off x="2432676" y="2164188"/>
                  <a:ext cx="49404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lack</a:t>
                  </a:r>
                  <a:endParaRPr lang="ja-JP" altLang="en-US" dirty="0"/>
                </a:p>
              </p:txBody>
            </p:sp>
          </p:grpSp>
          <p:cxnSp>
            <p:nvCxnSpPr>
              <p:cNvPr id="418" name="直線コネクタ 417"/>
              <p:cNvCxnSpPr>
                <a:stCxn id="425" idx="0"/>
              </p:cNvCxnSpPr>
              <p:nvPr/>
            </p:nvCxnSpPr>
            <p:spPr bwMode="auto">
              <a:xfrm flipV="1">
                <a:off x="2679699" y="2021631"/>
                <a:ext cx="676221" cy="14255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35" name="正方形/長方形 434"/>
            <p:cNvSpPr/>
            <p:nvPr/>
          </p:nvSpPr>
          <p:spPr>
            <a:xfrm>
              <a:off x="3775906" y="3055973"/>
              <a:ext cx="11503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presidential </a:t>
              </a:r>
              <a:endParaRPr lang="ja-JP" altLang="en-US" dirty="0"/>
            </a:p>
          </p:txBody>
        </p:sp>
        <p:cxnSp>
          <p:nvCxnSpPr>
            <p:cNvPr id="436" name="直線コネクタ 435"/>
            <p:cNvCxnSpPr>
              <a:endCxn id="435" idx="0"/>
            </p:cNvCxnSpPr>
            <p:nvPr/>
          </p:nvCxnSpPr>
          <p:spPr bwMode="auto">
            <a:xfrm>
              <a:off x="4348482" y="2918945"/>
              <a:ext cx="2614" cy="137028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443" name="曲線コネクタ 442"/>
          <p:cNvCxnSpPr>
            <a:stCxn id="389" idx="1"/>
            <a:endCxn id="414" idx="1"/>
          </p:cNvCxnSpPr>
          <p:nvPr/>
        </p:nvCxnSpPr>
        <p:spPr bwMode="auto">
          <a:xfrm rot="10800000" flipV="1">
            <a:off x="2511021" y="-2373751"/>
            <a:ext cx="46986" cy="1513535"/>
          </a:xfrm>
          <a:prstGeom prst="curvedConnector3">
            <a:avLst>
              <a:gd name="adj1" fmla="val 586528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444" name="正方形/長方形 443"/>
          <p:cNvSpPr/>
          <p:nvPr/>
        </p:nvSpPr>
        <p:spPr>
          <a:xfrm>
            <a:off x="1252750" y="-1806704"/>
            <a:ext cx="94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grpSp>
        <p:nvGrpSpPr>
          <p:cNvPr id="525" name="グループ化 524"/>
          <p:cNvGrpSpPr/>
          <p:nvPr/>
        </p:nvGrpSpPr>
        <p:grpSpPr>
          <a:xfrm>
            <a:off x="2203326" y="423226"/>
            <a:ext cx="4622908" cy="1428803"/>
            <a:chOff x="1822326" y="423225"/>
            <a:chExt cx="4622908" cy="1428803"/>
          </a:xfrm>
        </p:grpSpPr>
        <p:grpSp>
          <p:nvGrpSpPr>
            <p:cNvPr id="471" name="グループ化 470"/>
            <p:cNvGrpSpPr/>
            <p:nvPr/>
          </p:nvGrpSpPr>
          <p:grpSpPr>
            <a:xfrm>
              <a:off x="1822326" y="423225"/>
              <a:ext cx="4622908" cy="1428803"/>
              <a:chOff x="1659817" y="1776908"/>
              <a:chExt cx="4622908" cy="1428803"/>
            </a:xfrm>
          </p:grpSpPr>
          <p:sp>
            <p:nvSpPr>
              <p:cNvPr id="474" name="正方形/長方形 473"/>
              <p:cNvSpPr/>
              <p:nvPr/>
            </p:nvSpPr>
            <p:spPr>
              <a:xfrm>
                <a:off x="1896188" y="1776908"/>
                <a:ext cx="4386537" cy="30777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altLang="ja-JP" sz="1400" dirty="0">
                    <a:solidFill>
                      <a:srgbClr val="FF0000"/>
                    </a:solidFill>
                  </a:rPr>
                  <a:t>[</a:t>
                </a:r>
                <a:r>
                  <a:rPr lang="en-US" altLang="ja-JP" sz="1400" dirty="0"/>
                  <a:t>ROOT</a:t>
                </a:r>
                <a:r>
                  <a:rPr lang="ja-JP" altLang="en-US" sz="1400" dirty="0"/>
                  <a:t>            won                          election</a:t>
                </a:r>
                <a:r>
                  <a:rPr lang="en-US" altLang="ja-JP" sz="1400" dirty="0">
                    <a:solidFill>
                      <a:srgbClr val="FF0000"/>
                    </a:solidFill>
                  </a:rPr>
                  <a:t>]</a:t>
                </a:r>
                <a:r>
                  <a:rPr lang="ja-JP" altLang="en-US" sz="1400" dirty="0"/>
                  <a:t> </a:t>
                </a:r>
                <a:r>
                  <a:rPr lang="en-US" altLang="ja-JP" sz="1400" dirty="0">
                    <a:solidFill>
                      <a:srgbClr val="00B0F0"/>
                    </a:solidFill>
                  </a:rPr>
                  <a:t>[ ]</a:t>
                </a:r>
                <a:endParaRPr lang="ja-JP" altLang="en-US" sz="1400" dirty="0">
                  <a:solidFill>
                    <a:srgbClr val="00B0F0"/>
                  </a:solidFill>
                </a:endParaRPr>
              </a:p>
            </p:txBody>
          </p:sp>
          <p:grpSp>
            <p:nvGrpSpPr>
              <p:cNvPr id="475" name="グループ化 474"/>
              <p:cNvGrpSpPr/>
              <p:nvPr/>
            </p:nvGrpSpPr>
            <p:grpSpPr>
              <a:xfrm>
                <a:off x="3758350" y="2162130"/>
                <a:ext cx="739305" cy="671426"/>
                <a:chOff x="3758350" y="2162130"/>
                <a:chExt cx="739305" cy="671426"/>
              </a:xfrm>
            </p:grpSpPr>
            <p:sp>
              <p:nvSpPr>
                <p:cNvPr id="491" name="正方形/長方形 490"/>
                <p:cNvSpPr/>
                <p:nvPr/>
              </p:nvSpPr>
              <p:spPr>
                <a:xfrm>
                  <a:off x="3758350" y="2525779"/>
                  <a:ext cx="73930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Donald</a:t>
                  </a:r>
                  <a:endParaRPr lang="ja-JP" altLang="en-US" dirty="0"/>
                </a:p>
              </p:txBody>
            </p:sp>
            <p:cxnSp>
              <p:nvCxnSpPr>
                <p:cNvPr id="492" name="直線コネクタ 491"/>
                <p:cNvCxnSpPr>
                  <a:stCxn id="493" idx="2"/>
                  <a:endCxn id="491" idx="0"/>
                </p:cNvCxnSpPr>
                <p:nvPr/>
              </p:nvCxnSpPr>
              <p:spPr bwMode="auto">
                <a:xfrm>
                  <a:off x="4128002" y="2469907"/>
                  <a:ext cx="1" cy="55872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93" name="正方形/長方形 492"/>
                <p:cNvSpPr/>
                <p:nvPr/>
              </p:nvSpPr>
              <p:spPr>
                <a:xfrm>
                  <a:off x="3785119" y="2162130"/>
                  <a:ext cx="68576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Trump</a:t>
                  </a:r>
                  <a:endParaRPr lang="ja-JP" altLang="en-US" dirty="0"/>
                </a:p>
              </p:txBody>
            </p:sp>
          </p:grpSp>
          <p:cxnSp>
            <p:nvCxnSpPr>
              <p:cNvPr id="476" name="直線コネクタ 475"/>
              <p:cNvCxnSpPr>
                <a:endCxn id="493" idx="0"/>
              </p:cNvCxnSpPr>
              <p:nvPr/>
            </p:nvCxnSpPr>
            <p:spPr bwMode="auto">
              <a:xfrm>
                <a:off x="3355920" y="2021633"/>
                <a:ext cx="772082" cy="14049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477" name="グループ化 476"/>
              <p:cNvGrpSpPr/>
              <p:nvPr/>
            </p:nvGrpSpPr>
            <p:grpSpPr>
              <a:xfrm>
                <a:off x="1659817" y="2164188"/>
                <a:ext cx="2243391" cy="1041523"/>
                <a:chOff x="1659817" y="2164188"/>
                <a:chExt cx="2243391" cy="1041523"/>
              </a:xfrm>
            </p:grpSpPr>
            <p:sp>
              <p:nvSpPr>
                <p:cNvPr id="479" name="正方形/長方形 478"/>
                <p:cNvSpPr/>
                <p:nvPr/>
              </p:nvSpPr>
              <p:spPr>
                <a:xfrm>
                  <a:off x="2402344" y="2541574"/>
                  <a:ext cx="279244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a</a:t>
                  </a:r>
                  <a:endParaRPr lang="ja-JP" altLang="en-US" sz="1400" dirty="0"/>
                </a:p>
              </p:txBody>
            </p:sp>
            <p:cxnSp>
              <p:nvCxnSpPr>
                <p:cNvPr id="480" name="直線コネクタ 479"/>
                <p:cNvCxnSpPr>
                  <a:stCxn id="485" idx="2"/>
                  <a:endCxn id="479" idx="0"/>
                </p:cNvCxnSpPr>
                <p:nvPr/>
              </p:nvCxnSpPr>
              <p:spPr bwMode="auto">
                <a:xfrm flipH="1">
                  <a:off x="2541966" y="2471965"/>
                  <a:ext cx="137733" cy="69609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81" name="正方形/長方形 480"/>
                <p:cNvSpPr/>
                <p:nvPr/>
              </p:nvSpPr>
              <p:spPr>
                <a:xfrm>
                  <a:off x="1659817" y="2541572"/>
                  <a:ext cx="776495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en-US" altLang="ja-JP" sz="1400" dirty="0"/>
                    <a:t>Despite</a:t>
                  </a:r>
                  <a:endParaRPr lang="ja-JP" altLang="en-US" sz="1400" dirty="0"/>
                </a:p>
              </p:txBody>
            </p:sp>
            <p:cxnSp>
              <p:nvCxnSpPr>
                <p:cNvPr id="482" name="直線コネクタ 481"/>
                <p:cNvCxnSpPr>
                  <a:stCxn id="485" idx="2"/>
                  <a:endCxn id="481" idx="0"/>
                </p:cNvCxnSpPr>
                <p:nvPr/>
              </p:nvCxnSpPr>
              <p:spPr bwMode="auto">
                <a:xfrm flipH="1">
                  <a:off x="2048065" y="2471965"/>
                  <a:ext cx="631634" cy="69607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grpSp>
              <p:nvGrpSpPr>
                <p:cNvPr id="483" name="グループ化 482"/>
                <p:cNvGrpSpPr/>
                <p:nvPr/>
              </p:nvGrpSpPr>
              <p:grpSpPr>
                <a:xfrm>
                  <a:off x="2665606" y="2541573"/>
                  <a:ext cx="1237602" cy="664138"/>
                  <a:chOff x="2058915" y="6100360"/>
                  <a:chExt cx="1237602" cy="664138"/>
                </a:xfrm>
              </p:grpSpPr>
              <p:sp>
                <p:nvSpPr>
                  <p:cNvPr id="486" name="正方形/長方形 485"/>
                  <p:cNvSpPr/>
                  <p:nvPr/>
                </p:nvSpPr>
                <p:spPr>
                  <a:xfrm>
                    <a:off x="2510211" y="6456721"/>
                    <a:ext cx="786306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political</a:t>
                    </a:r>
                    <a:endParaRPr lang="ja-JP" altLang="en-US" dirty="0"/>
                  </a:p>
                </p:txBody>
              </p:sp>
              <p:cxnSp>
                <p:nvCxnSpPr>
                  <p:cNvPr id="487" name="直線コネクタ 486"/>
                  <p:cNvCxnSpPr/>
                  <p:nvPr/>
                </p:nvCxnSpPr>
                <p:spPr bwMode="auto">
                  <a:xfrm>
                    <a:off x="2503991" y="6351370"/>
                    <a:ext cx="393153" cy="105351"/>
                  </a:xfrm>
                  <a:prstGeom prst="line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88" name="正方形/長方形 487"/>
                  <p:cNvSpPr/>
                  <p:nvPr/>
                </p:nvSpPr>
                <p:spPr>
                  <a:xfrm>
                    <a:off x="2058915" y="6456721"/>
                    <a:ext cx="340158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of</a:t>
                    </a:r>
                    <a:endParaRPr lang="ja-JP" altLang="en-US" dirty="0"/>
                  </a:p>
                </p:txBody>
              </p:sp>
              <p:cxnSp>
                <p:nvCxnSpPr>
                  <p:cNvPr id="489" name="直線コネクタ 488"/>
                  <p:cNvCxnSpPr>
                    <a:endCxn id="488" idx="0"/>
                  </p:cNvCxnSpPr>
                  <p:nvPr/>
                </p:nvCxnSpPr>
                <p:spPr bwMode="auto">
                  <a:xfrm flipH="1">
                    <a:off x="2228994" y="6351370"/>
                    <a:ext cx="281217" cy="105351"/>
                  </a:xfrm>
                  <a:prstGeom prst="line">
                    <a:avLst/>
                  </a:prstGeom>
                  <a:solidFill>
                    <a:srgbClr val="FFFF00"/>
                  </a:solidFill>
                  <a:ln w="19050" cap="flat" cmpd="sng" algn="ctr">
                    <a:solidFill>
                      <a:schemeClr val="tx1"/>
                    </a:solidFill>
                    <a:prstDash val="solid"/>
                    <a:round/>
                    <a:headEnd type="none" w="med" len="med"/>
                    <a:tailEnd type="none" w="med" len="med"/>
                  </a:ln>
                  <a:effectLst/>
                </p:spPr>
              </p:cxnSp>
              <p:sp>
                <p:nvSpPr>
                  <p:cNvPr id="490" name="正方形/長方形 489"/>
                  <p:cNvSpPr/>
                  <p:nvPr/>
                </p:nvSpPr>
                <p:spPr>
                  <a:xfrm>
                    <a:off x="2073008" y="6100360"/>
                    <a:ext cx="1039067" cy="307777"/>
                  </a:xfrm>
                  <a:prstGeom prst="rect">
                    <a:avLst/>
                  </a:prstGeom>
                </p:spPr>
                <p:txBody>
                  <a:bodyPr wrap="none">
                    <a:spAutoFit/>
                  </a:bodyPr>
                  <a:lstStyle/>
                  <a:p>
                    <a:r>
                      <a:rPr lang="ja-JP" altLang="en-US" sz="1400" dirty="0">
                        <a:solidFill>
                          <a:srgbClr val="40458C"/>
                        </a:solidFill>
                      </a:rPr>
                      <a:t>experience</a:t>
                    </a:r>
                    <a:endParaRPr lang="ja-JP" altLang="en-US" dirty="0"/>
                  </a:p>
                </p:txBody>
              </p:sp>
            </p:grpSp>
            <p:cxnSp>
              <p:nvCxnSpPr>
                <p:cNvPr id="484" name="直線コネクタ 483"/>
                <p:cNvCxnSpPr>
                  <a:stCxn id="485" idx="2"/>
                  <a:endCxn id="490" idx="0"/>
                </p:cNvCxnSpPr>
                <p:nvPr/>
              </p:nvCxnSpPr>
              <p:spPr bwMode="auto">
                <a:xfrm>
                  <a:off x="2679699" y="2471965"/>
                  <a:ext cx="519534" cy="69608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485" name="正方形/長方形 484"/>
                <p:cNvSpPr/>
                <p:nvPr/>
              </p:nvSpPr>
              <p:spPr>
                <a:xfrm>
                  <a:off x="2432676" y="2164188"/>
                  <a:ext cx="49404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lack</a:t>
                  </a:r>
                  <a:endParaRPr lang="ja-JP" altLang="en-US" dirty="0"/>
                </a:p>
              </p:txBody>
            </p:sp>
          </p:grpSp>
          <p:cxnSp>
            <p:nvCxnSpPr>
              <p:cNvPr id="478" name="直線コネクタ 477"/>
              <p:cNvCxnSpPr>
                <a:stCxn id="485" idx="0"/>
              </p:cNvCxnSpPr>
              <p:nvPr/>
            </p:nvCxnSpPr>
            <p:spPr bwMode="auto">
              <a:xfrm flipV="1">
                <a:off x="2679699" y="2021631"/>
                <a:ext cx="676221" cy="14255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</p:grpSp>
        <p:sp>
          <p:nvSpPr>
            <p:cNvPr id="472" name="正方形/長方形 471"/>
            <p:cNvSpPr/>
            <p:nvPr/>
          </p:nvSpPr>
          <p:spPr>
            <a:xfrm>
              <a:off x="5294854" y="819009"/>
              <a:ext cx="11503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presidential </a:t>
              </a:r>
              <a:endParaRPr lang="ja-JP" altLang="en-US" dirty="0"/>
            </a:p>
          </p:txBody>
        </p:sp>
        <p:cxnSp>
          <p:nvCxnSpPr>
            <p:cNvPr id="473" name="直線コネクタ 472"/>
            <p:cNvCxnSpPr>
              <a:endCxn id="472" idx="0"/>
            </p:cNvCxnSpPr>
            <p:nvPr/>
          </p:nvCxnSpPr>
          <p:spPr bwMode="auto">
            <a:xfrm>
              <a:off x="5377074" y="678887"/>
              <a:ext cx="492970" cy="14012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494" name="正方形/長方形 493"/>
            <p:cNvSpPr/>
            <p:nvPr/>
          </p:nvSpPr>
          <p:spPr>
            <a:xfrm>
              <a:off x="4835560" y="826240"/>
              <a:ext cx="43794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the</a:t>
              </a:r>
              <a:endParaRPr lang="ja-JP" altLang="en-US" dirty="0"/>
            </a:p>
          </p:txBody>
        </p:sp>
        <p:cxnSp>
          <p:nvCxnSpPr>
            <p:cNvPr id="495" name="直線コネクタ 494"/>
            <p:cNvCxnSpPr>
              <a:endCxn id="494" idx="0"/>
            </p:cNvCxnSpPr>
            <p:nvPr/>
          </p:nvCxnSpPr>
          <p:spPr bwMode="auto">
            <a:xfrm flipH="1">
              <a:off x="5054530" y="681981"/>
              <a:ext cx="327015" cy="144259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cxnSp>
        <p:nvCxnSpPr>
          <p:cNvPr id="500" name="曲線コネクタ 499"/>
          <p:cNvCxnSpPr>
            <a:stCxn id="414" idx="1"/>
            <a:endCxn id="474" idx="1"/>
          </p:cNvCxnSpPr>
          <p:nvPr/>
        </p:nvCxnSpPr>
        <p:spPr bwMode="auto">
          <a:xfrm rot="10800000" flipV="1">
            <a:off x="2439697" y="-860216"/>
            <a:ext cx="71324" cy="1437329"/>
          </a:xfrm>
          <a:prstGeom prst="curvedConnector3">
            <a:avLst>
              <a:gd name="adj1" fmla="val 420509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01" name="正方形/長方形 500"/>
          <p:cNvSpPr/>
          <p:nvPr/>
        </p:nvSpPr>
        <p:spPr>
          <a:xfrm>
            <a:off x="1252750" y="-321539"/>
            <a:ext cx="94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Reduce-L</a:t>
            </a:r>
          </a:p>
        </p:txBody>
      </p:sp>
      <p:cxnSp>
        <p:nvCxnSpPr>
          <p:cNvPr id="551" name="曲線コネクタ 550"/>
          <p:cNvCxnSpPr>
            <a:stCxn id="474" idx="1"/>
            <a:endCxn id="527" idx="1"/>
          </p:cNvCxnSpPr>
          <p:nvPr/>
        </p:nvCxnSpPr>
        <p:spPr bwMode="auto">
          <a:xfrm rot="10800000" flipH="1" flipV="1">
            <a:off x="2439697" y="577114"/>
            <a:ext cx="3260" cy="1477386"/>
          </a:xfrm>
          <a:prstGeom prst="curvedConnector3">
            <a:avLst>
              <a:gd name="adj1" fmla="val -7012270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552" name="正方形/長方形 551"/>
          <p:cNvSpPr/>
          <p:nvPr/>
        </p:nvSpPr>
        <p:spPr>
          <a:xfrm>
            <a:off x="1252750" y="1131591"/>
            <a:ext cx="94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Reduce-R</a:t>
            </a:r>
          </a:p>
        </p:txBody>
      </p:sp>
      <p:grpSp>
        <p:nvGrpSpPr>
          <p:cNvPr id="566" name="グループ化 565"/>
          <p:cNvGrpSpPr/>
          <p:nvPr/>
        </p:nvGrpSpPr>
        <p:grpSpPr>
          <a:xfrm>
            <a:off x="2206586" y="1900612"/>
            <a:ext cx="4622908" cy="1428803"/>
            <a:chOff x="1825586" y="1900611"/>
            <a:chExt cx="4622908" cy="1428803"/>
          </a:xfrm>
        </p:grpSpPr>
        <p:sp>
          <p:nvSpPr>
            <p:cNvPr id="527" name="正方形/長方形 526"/>
            <p:cNvSpPr/>
            <p:nvPr/>
          </p:nvSpPr>
          <p:spPr>
            <a:xfrm>
              <a:off x="2061957" y="1900611"/>
              <a:ext cx="4386537" cy="30777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ja-JP" sz="1400" dirty="0">
                  <a:solidFill>
                    <a:srgbClr val="FF0000"/>
                  </a:solidFill>
                </a:rPr>
                <a:t>[</a:t>
              </a:r>
              <a:r>
                <a:rPr lang="en-US" altLang="ja-JP" sz="1400" dirty="0"/>
                <a:t>ROOT</a:t>
              </a:r>
              <a:r>
                <a:rPr lang="ja-JP" altLang="en-US" sz="1400" dirty="0"/>
                <a:t>            won </a:t>
              </a:r>
              <a:r>
                <a:rPr lang="en-US" altLang="ja-JP" sz="1400" dirty="0">
                  <a:solidFill>
                    <a:srgbClr val="FF0000"/>
                  </a:solidFill>
                </a:rPr>
                <a:t>]</a:t>
              </a:r>
              <a:r>
                <a:rPr lang="ja-JP" altLang="en-US" sz="1400" dirty="0"/>
                <a:t> </a:t>
              </a:r>
              <a:r>
                <a:rPr lang="en-US" altLang="ja-JP" sz="1400" dirty="0">
                  <a:solidFill>
                    <a:srgbClr val="00B0F0"/>
                  </a:solidFill>
                </a:rPr>
                <a:t>[ ]</a:t>
              </a:r>
              <a:endParaRPr lang="ja-JP" altLang="en-US" sz="1400" dirty="0">
                <a:solidFill>
                  <a:srgbClr val="00B0F0"/>
                </a:solidFill>
              </a:endParaRPr>
            </a:p>
          </p:txBody>
        </p:sp>
        <p:grpSp>
          <p:nvGrpSpPr>
            <p:cNvPr id="528" name="グループ化 527"/>
            <p:cNvGrpSpPr/>
            <p:nvPr/>
          </p:nvGrpSpPr>
          <p:grpSpPr>
            <a:xfrm>
              <a:off x="3924119" y="2285833"/>
              <a:ext cx="739305" cy="671426"/>
              <a:chOff x="3758350" y="2162130"/>
              <a:chExt cx="739305" cy="671426"/>
            </a:xfrm>
          </p:grpSpPr>
          <p:sp>
            <p:nvSpPr>
              <p:cNvPr id="544" name="正方形/長方形 543"/>
              <p:cNvSpPr/>
              <p:nvPr/>
            </p:nvSpPr>
            <p:spPr>
              <a:xfrm>
                <a:off x="3758350" y="2525779"/>
                <a:ext cx="73930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Donald</a:t>
                </a:r>
                <a:endParaRPr lang="ja-JP" altLang="en-US" dirty="0"/>
              </a:p>
            </p:txBody>
          </p:sp>
          <p:cxnSp>
            <p:nvCxnSpPr>
              <p:cNvPr id="545" name="直線コネクタ 544"/>
              <p:cNvCxnSpPr>
                <a:stCxn id="546" idx="2"/>
                <a:endCxn id="544" idx="0"/>
              </p:cNvCxnSpPr>
              <p:nvPr/>
            </p:nvCxnSpPr>
            <p:spPr bwMode="auto">
              <a:xfrm>
                <a:off x="4128002" y="2469907"/>
                <a:ext cx="1" cy="55872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6" name="正方形/長方形 545"/>
              <p:cNvSpPr/>
              <p:nvPr/>
            </p:nvSpPr>
            <p:spPr>
              <a:xfrm>
                <a:off x="3785119" y="2162130"/>
                <a:ext cx="6857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Trump</a:t>
                </a:r>
                <a:endParaRPr lang="ja-JP" altLang="en-US" dirty="0"/>
              </a:p>
            </p:txBody>
          </p:sp>
        </p:grpSp>
        <p:cxnSp>
          <p:nvCxnSpPr>
            <p:cNvPr id="529" name="直線コネクタ 528"/>
            <p:cNvCxnSpPr>
              <a:endCxn id="546" idx="0"/>
            </p:cNvCxnSpPr>
            <p:nvPr/>
          </p:nvCxnSpPr>
          <p:spPr bwMode="auto">
            <a:xfrm>
              <a:off x="3521689" y="2145336"/>
              <a:ext cx="772082" cy="14049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30" name="グループ化 529"/>
            <p:cNvGrpSpPr/>
            <p:nvPr/>
          </p:nvGrpSpPr>
          <p:grpSpPr>
            <a:xfrm>
              <a:off x="1825586" y="2287891"/>
              <a:ext cx="2243391" cy="1041523"/>
              <a:chOff x="1659817" y="2164188"/>
              <a:chExt cx="2243391" cy="1041523"/>
            </a:xfrm>
          </p:grpSpPr>
          <p:sp>
            <p:nvSpPr>
              <p:cNvPr id="532" name="正方形/長方形 531"/>
              <p:cNvSpPr/>
              <p:nvPr/>
            </p:nvSpPr>
            <p:spPr>
              <a:xfrm>
                <a:off x="2402344" y="2541574"/>
                <a:ext cx="279244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a</a:t>
                </a:r>
                <a:endParaRPr lang="ja-JP" altLang="en-US" sz="1400" dirty="0"/>
              </a:p>
            </p:txBody>
          </p:sp>
          <p:cxnSp>
            <p:nvCxnSpPr>
              <p:cNvPr id="533" name="直線コネクタ 532"/>
              <p:cNvCxnSpPr>
                <a:stCxn id="538" idx="2"/>
                <a:endCxn id="532" idx="0"/>
              </p:cNvCxnSpPr>
              <p:nvPr/>
            </p:nvCxnSpPr>
            <p:spPr bwMode="auto">
              <a:xfrm flipH="1">
                <a:off x="2541966" y="2471965"/>
                <a:ext cx="137733" cy="6960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4" name="正方形/長方形 533"/>
              <p:cNvSpPr/>
              <p:nvPr/>
            </p:nvSpPr>
            <p:spPr>
              <a:xfrm>
                <a:off x="1659817" y="2541572"/>
                <a:ext cx="77649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ja-JP" sz="1400" dirty="0"/>
                  <a:t>Despite</a:t>
                </a:r>
                <a:endParaRPr lang="ja-JP" altLang="en-US" sz="1400" dirty="0"/>
              </a:p>
            </p:txBody>
          </p:sp>
          <p:cxnSp>
            <p:nvCxnSpPr>
              <p:cNvPr id="535" name="直線コネクタ 534"/>
              <p:cNvCxnSpPr>
                <a:stCxn id="538" idx="2"/>
                <a:endCxn id="534" idx="0"/>
              </p:cNvCxnSpPr>
              <p:nvPr/>
            </p:nvCxnSpPr>
            <p:spPr bwMode="auto">
              <a:xfrm flipH="1">
                <a:off x="2048065" y="2471965"/>
                <a:ext cx="631634" cy="69607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grpSp>
            <p:nvGrpSpPr>
              <p:cNvPr id="536" name="グループ化 535"/>
              <p:cNvGrpSpPr/>
              <p:nvPr/>
            </p:nvGrpSpPr>
            <p:grpSpPr>
              <a:xfrm>
                <a:off x="2665606" y="2541573"/>
                <a:ext cx="1237602" cy="664138"/>
                <a:chOff x="2058915" y="6100360"/>
                <a:chExt cx="1237602" cy="664138"/>
              </a:xfrm>
            </p:grpSpPr>
            <p:sp>
              <p:nvSpPr>
                <p:cNvPr id="539" name="正方形/長方形 538"/>
                <p:cNvSpPr/>
                <p:nvPr/>
              </p:nvSpPr>
              <p:spPr>
                <a:xfrm>
                  <a:off x="2510211" y="6456721"/>
                  <a:ext cx="786306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political</a:t>
                  </a:r>
                  <a:endParaRPr lang="ja-JP" altLang="en-US" dirty="0"/>
                </a:p>
              </p:txBody>
            </p:sp>
            <p:cxnSp>
              <p:nvCxnSpPr>
                <p:cNvPr id="540" name="直線コネクタ 539"/>
                <p:cNvCxnSpPr/>
                <p:nvPr/>
              </p:nvCxnSpPr>
              <p:spPr bwMode="auto">
                <a:xfrm>
                  <a:off x="2503991" y="6351370"/>
                  <a:ext cx="393153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41" name="正方形/長方形 540"/>
                <p:cNvSpPr/>
                <p:nvPr/>
              </p:nvSpPr>
              <p:spPr>
                <a:xfrm>
                  <a:off x="2058915" y="6456721"/>
                  <a:ext cx="340158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of</a:t>
                  </a:r>
                  <a:endParaRPr lang="ja-JP" altLang="en-US" dirty="0"/>
                </a:p>
              </p:txBody>
            </p:sp>
            <p:cxnSp>
              <p:nvCxnSpPr>
                <p:cNvPr id="542" name="直線コネクタ 541"/>
                <p:cNvCxnSpPr>
                  <a:endCxn id="541" idx="0"/>
                </p:cNvCxnSpPr>
                <p:nvPr/>
              </p:nvCxnSpPr>
              <p:spPr bwMode="auto">
                <a:xfrm flipH="1">
                  <a:off x="2228994" y="6351370"/>
                  <a:ext cx="281217" cy="105351"/>
                </a:xfrm>
                <a:prstGeom prst="line">
                  <a:avLst/>
                </a:prstGeom>
                <a:solidFill>
                  <a:srgbClr val="FFFF00"/>
                </a:solidFill>
                <a:ln w="19050" cap="flat" cmpd="sng" algn="ctr">
                  <a:solidFill>
                    <a:schemeClr val="tx1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sp>
              <p:nvSpPr>
                <p:cNvPr id="543" name="正方形/長方形 542"/>
                <p:cNvSpPr/>
                <p:nvPr/>
              </p:nvSpPr>
              <p:spPr>
                <a:xfrm>
                  <a:off x="2073008" y="6100360"/>
                  <a:ext cx="1039067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r>
                    <a:rPr lang="ja-JP" altLang="en-US" sz="1400" dirty="0">
                      <a:solidFill>
                        <a:srgbClr val="40458C"/>
                      </a:solidFill>
                    </a:rPr>
                    <a:t>experience</a:t>
                  </a:r>
                  <a:endParaRPr lang="ja-JP" altLang="en-US" dirty="0"/>
                </a:p>
              </p:txBody>
            </p:sp>
          </p:grpSp>
          <p:cxnSp>
            <p:nvCxnSpPr>
              <p:cNvPr id="537" name="直線コネクタ 536"/>
              <p:cNvCxnSpPr>
                <a:stCxn id="538" idx="2"/>
                <a:endCxn id="543" idx="0"/>
              </p:cNvCxnSpPr>
              <p:nvPr/>
            </p:nvCxnSpPr>
            <p:spPr bwMode="auto">
              <a:xfrm>
                <a:off x="2679699" y="2471965"/>
                <a:ext cx="519534" cy="69608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38" name="正方形/長方形 537"/>
              <p:cNvSpPr/>
              <p:nvPr/>
            </p:nvSpPr>
            <p:spPr>
              <a:xfrm>
                <a:off x="2432676" y="2164188"/>
                <a:ext cx="49404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lack</a:t>
                </a:r>
                <a:endParaRPr lang="ja-JP" altLang="en-US" dirty="0"/>
              </a:p>
            </p:txBody>
          </p:sp>
        </p:grpSp>
        <p:cxnSp>
          <p:nvCxnSpPr>
            <p:cNvPr id="531" name="直線コネクタ 530"/>
            <p:cNvCxnSpPr>
              <a:stCxn id="538" idx="0"/>
            </p:cNvCxnSpPr>
            <p:nvPr/>
          </p:nvCxnSpPr>
          <p:spPr bwMode="auto">
            <a:xfrm flipV="1">
              <a:off x="2845468" y="2145334"/>
              <a:ext cx="676221" cy="14255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65" name="グループ化 564"/>
            <p:cNvGrpSpPr/>
            <p:nvPr/>
          </p:nvGrpSpPr>
          <p:grpSpPr>
            <a:xfrm>
              <a:off x="4787335" y="2293492"/>
              <a:ext cx="1609674" cy="662804"/>
              <a:chOff x="4787335" y="2293492"/>
              <a:chExt cx="1609674" cy="662804"/>
            </a:xfrm>
          </p:grpSpPr>
          <p:sp>
            <p:nvSpPr>
              <p:cNvPr id="547" name="正方形/長方形 546"/>
              <p:cNvSpPr/>
              <p:nvPr/>
            </p:nvSpPr>
            <p:spPr>
              <a:xfrm>
                <a:off x="5246629" y="2641288"/>
                <a:ext cx="115038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presidential </a:t>
                </a:r>
                <a:endParaRPr lang="ja-JP" altLang="en-US" dirty="0"/>
              </a:p>
            </p:txBody>
          </p:sp>
          <p:cxnSp>
            <p:nvCxnSpPr>
              <p:cNvPr id="548" name="直線コネクタ 547"/>
              <p:cNvCxnSpPr>
                <a:stCxn id="555" idx="2"/>
                <a:endCxn id="547" idx="0"/>
              </p:cNvCxnSpPr>
              <p:nvPr/>
            </p:nvCxnSpPr>
            <p:spPr bwMode="auto">
              <a:xfrm>
                <a:off x="5357704" y="2601269"/>
                <a:ext cx="464115" cy="40019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49" name="正方形/長方形 548"/>
              <p:cNvSpPr/>
              <p:nvPr/>
            </p:nvSpPr>
            <p:spPr>
              <a:xfrm>
                <a:off x="4787335" y="2648519"/>
                <a:ext cx="437940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the</a:t>
                </a:r>
                <a:endParaRPr lang="ja-JP" altLang="en-US" dirty="0"/>
              </a:p>
            </p:txBody>
          </p:sp>
          <p:cxnSp>
            <p:nvCxnSpPr>
              <p:cNvPr id="550" name="直線コネクタ 549"/>
              <p:cNvCxnSpPr>
                <a:stCxn id="555" idx="2"/>
                <a:endCxn id="549" idx="0"/>
              </p:cNvCxnSpPr>
              <p:nvPr/>
            </p:nvCxnSpPr>
            <p:spPr bwMode="auto">
              <a:xfrm flipH="1">
                <a:off x="5006305" y="2601269"/>
                <a:ext cx="351399" cy="47250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55" name="正方形/長方形 554"/>
              <p:cNvSpPr/>
              <p:nvPr/>
            </p:nvSpPr>
            <p:spPr>
              <a:xfrm>
                <a:off x="4959197" y="2293492"/>
                <a:ext cx="797013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election</a:t>
                </a:r>
                <a:endParaRPr lang="ja-JP" altLang="en-US" dirty="0"/>
              </a:p>
            </p:txBody>
          </p:sp>
        </p:grpSp>
        <p:cxnSp>
          <p:nvCxnSpPr>
            <p:cNvPr id="558" name="直線コネクタ 557"/>
            <p:cNvCxnSpPr>
              <a:endCxn id="555" idx="0"/>
            </p:cNvCxnSpPr>
            <p:nvPr/>
          </p:nvCxnSpPr>
          <p:spPr bwMode="auto">
            <a:xfrm>
              <a:off x="3524950" y="2145333"/>
              <a:ext cx="1832754" cy="148159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568" name="正方形/長方形 567"/>
          <p:cNvSpPr/>
          <p:nvPr/>
        </p:nvSpPr>
        <p:spPr>
          <a:xfrm>
            <a:off x="2411202" y="3341053"/>
            <a:ext cx="4386537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>
                <a:solidFill>
                  <a:srgbClr val="FF0000"/>
                </a:solidFill>
              </a:rPr>
              <a:t>[</a:t>
            </a:r>
            <a:r>
              <a:rPr lang="en-US" altLang="ja-JP" sz="1400" dirty="0"/>
              <a:t>ROOT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FF0000"/>
                </a:solidFill>
              </a:rPr>
              <a:t>]</a:t>
            </a:r>
            <a:r>
              <a:rPr lang="ja-JP" altLang="en-US" sz="1400" dirty="0"/>
              <a:t> </a:t>
            </a:r>
            <a:r>
              <a:rPr lang="en-US" altLang="ja-JP" sz="1400" dirty="0">
                <a:solidFill>
                  <a:srgbClr val="00B0F0"/>
                </a:solidFill>
              </a:rPr>
              <a:t>[ ]</a:t>
            </a:r>
            <a:endParaRPr lang="ja-JP" altLang="en-US" sz="1400" dirty="0">
              <a:solidFill>
                <a:srgbClr val="00B0F0"/>
              </a:solidFill>
            </a:endParaRPr>
          </a:p>
        </p:txBody>
      </p:sp>
      <p:grpSp>
        <p:nvGrpSpPr>
          <p:cNvPr id="569" name="グループ化 568"/>
          <p:cNvGrpSpPr/>
          <p:nvPr/>
        </p:nvGrpSpPr>
        <p:grpSpPr>
          <a:xfrm>
            <a:off x="3155836" y="4160959"/>
            <a:ext cx="739305" cy="671426"/>
            <a:chOff x="3758350" y="2162130"/>
            <a:chExt cx="739305" cy="671426"/>
          </a:xfrm>
        </p:grpSpPr>
        <p:sp>
          <p:nvSpPr>
            <p:cNvPr id="592" name="正方形/長方形 591"/>
            <p:cNvSpPr/>
            <p:nvPr/>
          </p:nvSpPr>
          <p:spPr>
            <a:xfrm>
              <a:off x="3758350" y="2525779"/>
              <a:ext cx="73930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Donald</a:t>
              </a:r>
              <a:endParaRPr lang="ja-JP" altLang="en-US" dirty="0"/>
            </a:p>
          </p:txBody>
        </p:sp>
        <p:cxnSp>
          <p:nvCxnSpPr>
            <p:cNvPr id="593" name="直線コネクタ 592"/>
            <p:cNvCxnSpPr>
              <a:stCxn id="594" idx="2"/>
              <a:endCxn id="592" idx="0"/>
            </p:cNvCxnSpPr>
            <p:nvPr/>
          </p:nvCxnSpPr>
          <p:spPr bwMode="auto">
            <a:xfrm>
              <a:off x="4128002" y="2469907"/>
              <a:ext cx="1" cy="55872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94" name="正方形/長方形 593"/>
            <p:cNvSpPr/>
            <p:nvPr/>
          </p:nvSpPr>
          <p:spPr>
            <a:xfrm>
              <a:off x="3785119" y="2162130"/>
              <a:ext cx="68576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Trump</a:t>
              </a:r>
              <a:endParaRPr lang="ja-JP" altLang="en-US" dirty="0"/>
            </a:p>
          </p:txBody>
        </p:sp>
      </p:grpSp>
      <p:cxnSp>
        <p:nvCxnSpPr>
          <p:cNvPr id="570" name="直線コネクタ 569"/>
          <p:cNvCxnSpPr>
            <a:stCxn id="595" idx="2"/>
            <a:endCxn id="594" idx="0"/>
          </p:cNvCxnSpPr>
          <p:nvPr/>
        </p:nvCxnSpPr>
        <p:spPr bwMode="auto">
          <a:xfrm>
            <a:off x="2798587" y="4012337"/>
            <a:ext cx="726900" cy="148622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71" name="グループ化 570"/>
          <p:cNvGrpSpPr/>
          <p:nvPr/>
        </p:nvGrpSpPr>
        <p:grpSpPr>
          <a:xfrm>
            <a:off x="1057303" y="4163018"/>
            <a:ext cx="2243391" cy="1041523"/>
            <a:chOff x="1659817" y="2164188"/>
            <a:chExt cx="2243391" cy="1041523"/>
          </a:xfrm>
        </p:grpSpPr>
        <p:sp>
          <p:nvSpPr>
            <p:cNvPr id="580" name="正方形/長方形 579"/>
            <p:cNvSpPr/>
            <p:nvPr/>
          </p:nvSpPr>
          <p:spPr>
            <a:xfrm>
              <a:off x="2402344" y="2541574"/>
              <a:ext cx="279244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a</a:t>
              </a:r>
              <a:endParaRPr lang="ja-JP" altLang="en-US" sz="1400" dirty="0"/>
            </a:p>
          </p:txBody>
        </p:sp>
        <p:cxnSp>
          <p:nvCxnSpPr>
            <p:cNvPr id="581" name="直線コネクタ 580"/>
            <p:cNvCxnSpPr>
              <a:stCxn id="586" idx="2"/>
              <a:endCxn id="580" idx="0"/>
            </p:cNvCxnSpPr>
            <p:nvPr/>
          </p:nvCxnSpPr>
          <p:spPr bwMode="auto">
            <a:xfrm flipH="1">
              <a:off x="2541966" y="2471965"/>
              <a:ext cx="137733" cy="69609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2" name="正方形/長方形 581"/>
            <p:cNvSpPr/>
            <p:nvPr/>
          </p:nvSpPr>
          <p:spPr>
            <a:xfrm>
              <a:off x="1659817" y="2541572"/>
              <a:ext cx="776495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ja-JP" sz="1400" dirty="0"/>
                <a:t>Despite</a:t>
              </a:r>
              <a:endParaRPr lang="ja-JP" altLang="en-US" sz="1400" dirty="0"/>
            </a:p>
          </p:txBody>
        </p:sp>
        <p:cxnSp>
          <p:nvCxnSpPr>
            <p:cNvPr id="583" name="直線コネクタ 582"/>
            <p:cNvCxnSpPr>
              <a:stCxn id="586" idx="2"/>
              <a:endCxn id="582" idx="0"/>
            </p:cNvCxnSpPr>
            <p:nvPr/>
          </p:nvCxnSpPr>
          <p:spPr bwMode="auto">
            <a:xfrm flipH="1">
              <a:off x="2048065" y="2471965"/>
              <a:ext cx="631634" cy="69607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grpSp>
          <p:nvGrpSpPr>
            <p:cNvPr id="584" name="グループ化 583"/>
            <p:cNvGrpSpPr/>
            <p:nvPr/>
          </p:nvGrpSpPr>
          <p:grpSpPr>
            <a:xfrm>
              <a:off x="2665606" y="2541573"/>
              <a:ext cx="1237602" cy="664138"/>
              <a:chOff x="2058915" y="6100360"/>
              <a:chExt cx="1237602" cy="664138"/>
            </a:xfrm>
          </p:grpSpPr>
          <p:sp>
            <p:nvSpPr>
              <p:cNvPr id="587" name="正方形/長方形 586"/>
              <p:cNvSpPr/>
              <p:nvPr/>
            </p:nvSpPr>
            <p:spPr>
              <a:xfrm>
                <a:off x="2510211" y="6456721"/>
                <a:ext cx="786306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political</a:t>
                </a:r>
                <a:endParaRPr lang="ja-JP" altLang="en-US" dirty="0"/>
              </a:p>
            </p:txBody>
          </p:sp>
          <p:cxnSp>
            <p:nvCxnSpPr>
              <p:cNvPr id="588" name="直線コネクタ 587"/>
              <p:cNvCxnSpPr/>
              <p:nvPr/>
            </p:nvCxnSpPr>
            <p:spPr bwMode="auto">
              <a:xfrm>
                <a:off x="2503991" y="6351370"/>
                <a:ext cx="393153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89" name="正方形/長方形 588"/>
              <p:cNvSpPr/>
              <p:nvPr/>
            </p:nvSpPr>
            <p:spPr>
              <a:xfrm>
                <a:off x="2058915" y="6456721"/>
                <a:ext cx="340158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of</a:t>
                </a:r>
                <a:endParaRPr lang="ja-JP" altLang="en-US" dirty="0"/>
              </a:p>
            </p:txBody>
          </p:sp>
          <p:cxnSp>
            <p:nvCxnSpPr>
              <p:cNvPr id="590" name="直線コネクタ 589"/>
              <p:cNvCxnSpPr>
                <a:endCxn id="589" idx="0"/>
              </p:cNvCxnSpPr>
              <p:nvPr/>
            </p:nvCxnSpPr>
            <p:spPr bwMode="auto">
              <a:xfrm flipH="1">
                <a:off x="2228994" y="6351370"/>
                <a:ext cx="281217" cy="105351"/>
              </a:xfrm>
              <a:prstGeom prst="line">
                <a:avLst/>
              </a:prstGeom>
              <a:solidFill>
                <a:srgbClr val="FFFF00"/>
              </a:solidFill>
              <a:ln w="19050" cap="flat" cmpd="sng" algn="ctr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</p:spPr>
          </p:cxnSp>
          <p:sp>
            <p:nvSpPr>
              <p:cNvPr id="591" name="正方形/長方形 590"/>
              <p:cNvSpPr/>
              <p:nvPr/>
            </p:nvSpPr>
            <p:spPr>
              <a:xfrm>
                <a:off x="2073008" y="6100360"/>
                <a:ext cx="103906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ja-JP" altLang="en-US" sz="1400" dirty="0">
                    <a:solidFill>
                      <a:srgbClr val="40458C"/>
                    </a:solidFill>
                  </a:rPr>
                  <a:t>experience</a:t>
                </a:r>
                <a:endParaRPr lang="ja-JP" altLang="en-US" dirty="0"/>
              </a:p>
            </p:txBody>
          </p:sp>
        </p:grpSp>
        <p:cxnSp>
          <p:nvCxnSpPr>
            <p:cNvPr id="585" name="直線コネクタ 584"/>
            <p:cNvCxnSpPr>
              <a:stCxn id="586" idx="2"/>
              <a:endCxn id="591" idx="0"/>
            </p:cNvCxnSpPr>
            <p:nvPr/>
          </p:nvCxnSpPr>
          <p:spPr bwMode="auto">
            <a:xfrm>
              <a:off x="2679699" y="2471965"/>
              <a:ext cx="519534" cy="69608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86" name="正方形/長方形 585"/>
            <p:cNvSpPr/>
            <p:nvPr/>
          </p:nvSpPr>
          <p:spPr>
            <a:xfrm>
              <a:off x="2432676" y="2164188"/>
              <a:ext cx="494046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lack</a:t>
              </a:r>
              <a:endParaRPr lang="ja-JP" altLang="en-US" dirty="0"/>
            </a:p>
          </p:txBody>
        </p:sp>
      </p:grpSp>
      <p:cxnSp>
        <p:nvCxnSpPr>
          <p:cNvPr id="572" name="直線コネクタ 571"/>
          <p:cNvCxnSpPr>
            <a:stCxn id="586" idx="0"/>
            <a:endCxn id="595" idx="2"/>
          </p:cNvCxnSpPr>
          <p:nvPr/>
        </p:nvCxnSpPr>
        <p:spPr bwMode="auto">
          <a:xfrm flipV="1">
            <a:off x="2077185" y="4012337"/>
            <a:ext cx="721403" cy="150680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grpSp>
        <p:nvGrpSpPr>
          <p:cNvPr id="573" name="グループ化 572"/>
          <p:cNvGrpSpPr/>
          <p:nvPr/>
        </p:nvGrpSpPr>
        <p:grpSpPr>
          <a:xfrm>
            <a:off x="4019051" y="4168618"/>
            <a:ext cx="1609674" cy="662804"/>
            <a:chOff x="4787335" y="2293492"/>
            <a:chExt cx="1609674" cy="662804"/>
          </a:xfrm>
        </p:grpSpPr>
        <p:sp>
          <p:nvSpPr>
            <p:cNvPr id="575" name="正方形/長方形 574"/>
            <p:cNvSpPr/>
            <p:nvPr/>
          </p:nvSpPr>
          <p:spPr>
            <a:xfrm>
              <a:off x="5246629" y="2641288"/>
              <a:ext cx="115038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presidential </a:t>
              </a:r>
              <a:endParaRPr lang="ja-JP" altLang="en-US" dirty="0"/>
            </a:p>
          </p:txBody>
        </p:sp>
        <p:cxnSp>
          <p:nvCxnSpPr>
            <p:cNvPr id="576" name="直線コネクタ 575"/>
            <p:cNvCxnSpPr>
              <a:stCxn id="579" idx="2"/>
              <a:endCxn id="575" idx="0"/>
            </p:cNvCxnSpPr>
            <p:nvPr/>
          </p:nvCxnSpPr>
          <p:spPr bwMode="auto">
            <a:xfrm>
              <a:off x="5357704" y="2601269"/>
              <a:ext cx="464115" cy="40019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7" name="正方形/長方形 576"/>
            <p:cNvSpPr/>
            <p:nvPr/>
          </p:nvSpPr>
          <p:spPr>
            <a:xfrm>
              <a:off x="4787335" y="2648519"/>
              <a:ext cx="437940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the</a:t>
              </a:r>
              <a:endParaRPr lang="ja-JP" altLang="en-US" dirty="0"/>
            </a:p>
          </p:txBody>
        </p:sp>
        <p:cxnSp>
          <p:nvCxnSpPr>
            <p:cNvPr id="578" name="直線コネクタ 577"/>
            <p:cNvCxnSpPr>
              <a:stCxn id="579" idx="2"/>
              <a:endCxn id="577" idx="0"/>
            </p:cNvCxnSpPr>
            <p:nvPr/>
          </p:nvCxnSpPr>
          <p:spPr bwMode="auto">
            <a:xfrm flipH="1">
              <a:off x="5006305" y="2601269"/>
              <a:ext cx="351399" cy="47250"/>
            </a:xfrm>
            <a:prstGeom prst="line">
              <a:avLst/>
            </a:prstGeom>
            <a:solidFill>
              <a:srgbClr val="FFFF00"/>
            </a:solidFill>
            <a:ln w="19050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sp>
          <p:nvSpPr>
            <p:cNvPr id="579" name="正方形/長方形 578"/>
            <p:cNvSpPr/>
            <p:nvPr/>
          </p:nvSpPr>
          <p:spPr>
            <a:xfrm>
              <a:off x="4959197" y="2293492"/>
              <a:ext cx="79701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ja-JP" altLang="en-US" sz="1400" dirty="0">
                  <a:solidFill>
                    <a:srgbClr val="40458C"/>
                  </a:solidFill>
                </a:rPr>
                <a:t>election</a:t>
              </a:r>
              <a:endParaRPr lang="ja-JP" altLang="en-US" dirty="0"/>
            </a:p>
          </p:txBody>
        </p:sp>
      </p:grpSp>
      <p:cxnSp>
        <p:nvCxnSpPr>
          <p:cNvPr id="574" name="直線コネクタ 573"/>
          <p:cNvCxnSpPr>
            <a:stCxn id="595" idx="2"/>
            <a:endCxn id="579" idx="0"/>
          </p:cNvCxnSpPr>
          <p:nvPr/>
        </p:nvCxnSpPr>
        <p:spPr bwMode="auto">
          <a:xfrm>
            <a:off x="2798588" y="4012338"/>
            <a:ext cx="1790833" cy="156281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95" name="正方形/長方形 594"/>
          <p:cNvSpPr/>
          <p:nvPr/>
        </p:nvSpPr>
        <p:spPr>
          <a:xfrm>
            <a:off x="2541145" y="3704561"/>
            <a:ext cx="51488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ja-JP" altLang="en-US" sz="1400" dirty="0">
                <a:solidFill>
                  <a:srgbClr val="40458C"/>
                </a:solidFill>
              </a:rPr>
              <a:t>won</a:t>
            </a:r>
            <a:endParaRPr lang="ja-JP" altLang="en-US" dirty="0"/>
          </a:p>
        </p:txBody>
      </p:sp>
      <p:cxnSp>
        <p:nvCxnSpPr>
          <p:cNvPr id="599" name="直線コネクタ 598"/>
          <p:cNvCxnSpPr>
            <a:stCxn id="595" idx="0"/>
          </p:cNvCxnSpPr>
          <p:nvPr/>
        </p:nvCxnSpPr>
        <p:spPr bwMode="auto">
          <a:xfrm flipH="1" flipV="1">
            <a:off x="2798587" y="3604324"/>
            <a:ext cx="1" cy="100236"/>
          </a:xfrm>
          <a:prstGeom prst="line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602" name="曲線コネクタ 601"/>
          <p:cNvCxnSpPr>
            <a:stCxn id="527" idx="1"/>
            <a:endCxn id="568" idx="1"/>
          </p:cNvCxnSpPr>
          <p:nvPr/>
        </p:nvCxnSpPr>
        <p:spPr bwMode="auto">
          <a:xfrm rot="10800000" flipV="1">
            <a:off x="2411201" y="2054500"/>
            <a:ext cx="31756" cy="1440441"/>
          </a:xfrm>
          <a:prstGeom prst="curvedConnector3">
            <a:avLst>
              <a:gd name="adj1" fmla="val 819864"/>
            </a:avLst>
          </a:prstGeom>
          <a:solidFill>
            <a:srgbClr val="FFFF00"/>
          </a:solidFill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603" name="正方形/長方形 602"/>
          <p:cNvSpPr/>
          <p:nvPr/>
        </p:nvSpPr>
        <p:spPr>
          <a:xfrm>
            <a:off x="1252750" y="2600114"/>
            <a:ext cx="94719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dirty="0"/>
              <a:t>Reduce-R</a:t>
            </a:r>
          </a:p>
        </p:txBody>
      </p:sp>
    </p:spTree>
    <p:extLst>
      <p:ext uri="{BB962C8B-B14F-4D97-AF65-F5344CB8AC3E}">
        <p14:creationId xmlns:p14="http://schemas.microsoft.com/office/powerpoint/2010/main" val="36605882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スライド番号プレースホルダー 2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pPr>
              <a:defRPr/>
            </a:pPr>
            <a:fld id="{66EBFB99-1EAE-4C40-B3B9-92DDA8E6F51A}" type="slidenum">
              <a:rPr lang="en-US" altLang="ja-JP" smtClean="0"/>
              <a:pPr>
                <a:defRPr/>
              </a:pPr>
              <a:t>7</a:t>
            </a:fld>
            <a:endParaRPr lang="en-US" altLang="ja-JP"/>
          </a:p>
        </p:txBody>
      </p:sp>
      <p:sp>
        <p:nvSpPr>
          <p:cNvPr id="4" name="正方形/長方形 3"/>
          <p:cNvSpPr/>
          <p:nvPr/>
        </p:nvSpPr>
        <p:spPr>
          <a:xfrm>
            <a:off x="3602" y="4154318"/>
            <a:ext cx="101817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人生</a:t>
            </a:r>
            <a:r>
              <a:rPr lang="ja-JP" alt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に　失敗した　人　の　多く</a:t>
            </a:r>
            <a:r>
              <a:rPr lang="ja-JP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は</a:t>
            </a:r>
            <a:r>
              <a:rPr lang="ja-JP" alt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、　諦めた　ときに　自分が　どれほど　成功に　近づいていた　か　気づかなかった　人々　である。</a:t>
            </a:r>
            <a:endParaRPr lang="ja-JP" altLang="en-US" sz="1400" dirty="0"/>
          </a:p>
        </p:txBody>
      </p:sp>
      <p:sp>
        <p:nvSpPr>
          <p:cNvPr id="5" name="正方形/長方形 4"/>
          <p:cNvSpPr/>
          <p:nvPr/>
        </p:nvSpPr>
        <p:spPr>
          <a:xfrm>
            <a:off x="4872" y="1675079"/>
            <a:ext cx="8629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Many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of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life's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failures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are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people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who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did not realize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how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close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they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were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to success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when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they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gave up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ja-JP" altLang="en-US" sz="1400" dirty="0"/>
          </a:p>
        </p:txBody>
      </p:sp>
      <p:cxnSp>
        <p:nvCxnSpPr>
          <p:cNvPr id="7" name="直線矢印コネクタ 6"/>
          <p:cNvCxnSpPr/>
          <p:nvPr/>
        </p:nvCxnSpPr>
        <p:spPr bwMode="auto">
          <a:xfrm>
            <a:off x="273247" y="1991817"/>
            <a:ext cx="2025453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0" name="直線矢印コネクタ 9"/>
          <p:cNvCxnSpPr/>
          <p:nvPr/>
        </p:nvCxnSpPr>
        <p:spPr bwMode="auto">
          <a:xfrm>
            <a:off x="2365678" y="4683418"/>
            <a:ext cx="4971495" cy="1404719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5" name="直線矢印コネクタ 14"/>
          <p:cNvCxnSpPr/>
          <p:nvPr/>
        </p:nvCxnSpPr>
        <p:spPr bwMode="auto">
          <a:xfrm>
            <a:off x="674013" y="1982856"/>
            <a:ext cx="1205587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7" name="直線矢印コネクタ 16"/>
          <p:cNvCxnSpPr/>
          <p:nvPr/>
        </p:nvCxnSpPr>
        <p:spPr bwMode="auto">
          <a:xfrm flipH="1">
            <a:off x="5224287" y="4683416"/>
            <a:ext cx="153880" cy="140472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9" name="直線矢印コネクタ 18"/>
          <p:cNvCxnSpPr/>
          <p:nvPr/>
        </p:nvCxnSpPr>
        <p:spPr bwMode="auto">
          <a:xfrm>
            <a:off x="5608340" y="1998016"/>
            <a:ext cx="1083626" cy="2146213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5" name="直線矢印コネクタ 24"/>
          <p:cNvCxnSpPr/>
          <p:nvPr/>
        </p:nvCxnSpPr>
        <p:spPr bwMode="auto">
          <a:xfrm flipH="1">
            <a:off x="6564816" y="4683417"/>
            <a:ext cx="982463" cy="1468217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16" name="直線矢印コネクタ 15"/>
          <p:cNvCxnSpPr/>
          <p:nvPr/>
        </p:nvCxnSpPr>
        <p:spPr bwMode="auto">
          <a:xfrm flipH="1">
            <a:off x="368300" y="1963806"/>
            <a:ext cx="603250" cy="218155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2" name="直線矢印コネクタ 21"/>
          <p:cNvCxnSpPr/>
          <p:nvPr/>
        </p:nvCxnSpPr>
        <p:spPr bwMode="auto">
          <a:xfrm flipH="1">
            <a:off x="1066603" y="1991817"/>
            <a:ext cx="368497" cy="217259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6" name="直線矢印コネクタ 25"/>
          <p:cNvCxnSpPr/>
          <p:nvPr/>
        </p:nvCxnSpPr>
        <p:spPr bwMode="auto">
          <a:xfrm>
            <a:off x="1941403" y="2001906"/>
            <a:ext cx="7647097" cy="214345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8" name="直線矢印コネクタ 27"/>
          <p:cNvCxnSpPr/>
          <p:nvPr/>
        </p:nvCxnSpPr>
        <p:spPr bwMode="auto">
          <a:xfrm>
            <a:off x="2343152" y="1991817"/>
            <a:ext cx="6654798" cy="217259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0" name="直線矢印コネクタ 29"/>
          <p:cNvCxnSpPr/>
          <p:nvPr/>
        </p:nvCxnSpPr>
        <p:spPr bwMode="auto">
          <a:xfrm>
            <a:off x="3467101" y="1982856"/>
            <a:ext cx="4502149" cy="218155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4" name="直線矢印コネクタ 33"/>
          <p:cNvCxnSpPr/>
          <p:nvPr/>
        </p:nvCxnSpPr>
        <p:spPr bwMode="auto">
          <a:xfrm flipH="1">
            <a:off x="5657850" y="1991817"/>
            <a:ext cx="744987" cy="215354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7" name="直線矢印コネクタ 36"/>
          <p:cNvCxnSpPr/>
          <p:nvPr/>
        </p:nvCxnSpPr>
        <p:spPr bwMode="auto">
          <a:xfrm>
            <a:off x="4366644" y="1987336"/>
            <a:ext cx="620263" cy="2156893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9" name="直線矢印コネクタ 38"/>
          <p:cNvCxnSpPr/>
          <p:nvPr/>
        </p:nvCxnSpPr>
        <p:spPr bwMode="auto">
          <a:xfrm>
            <a:off x="4809502" y="1981728"/>
            <a:ext cx="1755314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1" name="直線矢印コネクタ 40"/>
          <p:cNvCxnSpPr/>
          <p:nvPr/>
        </p:nvCxnSpPr>
        <p:spPr bwMode="auto">
          <a:xfrm flipH="1">
            <a:off x="4252344" y="1987336"/>
            <a:ext cx="962161" cy="2156893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3" name="直線矢印コネクタ 42"/>
          <p:cNvCxnSpPr/>
          <p:nvPr/>
        </p:nvCxnSpPr>
        <p:spPr bwMode="auto">
          <a:xfrm flipH="1">
            <a:off x="3701799" y="2007514"/>
            <a:ext cx="3277393" cy="2136715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5" name="直線矢印コネクタ 44"/>
          <p:cNvCxnSpPr/>
          <p:nvPr/>
        </p:nvCxnSpPr>
        <p:spPr bwMode="auto">
          <a:xfrm flipH="1">
            <a:off x="3104899" y="2006977"/>
            <a:ext cx="4710873" cy="2137252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22410472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-1997" y="1677324"/>
            <a:ext cx="1018179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ja-JP" alt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人生　に　失敗した　人　の　多く</a:t>
            </a:r>
            <a:r>
              <a:rPr lang="ja-JP" altLang="en-US" sz="1400" dirty="0">
                <a:solidFill>
                  <a:srgbClr val="000000"/>
                </a:solidFill>
                <a:latin typeface="arial" panose="020B0604020202020204" pitchFamily="34" charset="0"/>
              </a:rPr>
              <a:t>は</a:t>
            </a:r>
            <a:r>
              <a:rPr lang="ja-JP" altLang="en-US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、　諦めた　ときに　自分が　どれほど　成功　に　近づいていた　か　気づかなかった　人々　である。</a:t>
            </a:r>
            <a:endParaRPr lang="ja-JP" altLang="en-US" sz="1400" dirty="0"/>
          </a:p>
        </p:txBody>
      </p:sp>
      <p:sp>
        <p:nvSpPr>
          <p:cNvPr id="5" name="正方形/長方形 4"/>
          <p:cNvSpPr/>
          <p:nvPr/>
        </p:nvSpPr>
        <p:spPr>
          <a:xfrm>
            <a:off x="7582" y="4158585"/>
            <a:ext cx="8629223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Many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of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life's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failures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are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people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who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did not realize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how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close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they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were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to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success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when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they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 </a:t>
            </a:r>
            <a:r>
              <a:rPr lang="en-US" altLang="ja-JP" sz="1400" u="sng" dirty="0" smtClean="0">
                <a:solidFill>
                  <a:srgbClr val="000000"/>
                </a:solidFill>
                <a:latin typeface="arial" panose="020B0604020202020204" pitchFamily="34" charset="0"/>
              </a:rPr>
              <a:t>gave up</a:t>
            </a:r>
            <a:r>
              <a:rPr lang="en-US" altLang="ja-JP" sz="1400" dirty="0" smtClean="0">
                <a:solidFill>
                  <a:srgbClr val="000000"/>
                </a:solidFill>
                <a:latin typeface="arial" panose="020B0604020202020204" pitchFamily="34" charset="0"/>
              </a:rPr>
              <a:t>.</a:t>
            </a:r>
            <a:endParaRPr lang="ja-JP" altLang="en-US" sz="1400" dirty="0"/>
          </a:p>
        </p:txBody>
      </p:sp>
      <p:cxnSp>
        <p:nvCxnSpPr>
          <p:cNvPr id="23" name="直線矢印コネクタ 22"/>
          <p:cNvCxnSpPr/>
          <p:nvPr/>
        </p:nvCxnSpPr>
        <p:spPr bwMode="auto">
          <a:xfrm>
            <a:off x="345976" y="1985101"/>
            <a:ext cx="574774" cy="2173484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4" name="直線矢印コネクタ 23"/>
          <p:cNvCxnSpPr/>
          <p:nvPr/>
        </p:nvCxnSpPr>
        <p:spPr bwMode="auto">
          <a:xfrm>
            <a:off x="1096913" y="1996084"/>
            <a:ext cx="376287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27" name="直線矢印コネクタ 26"/>
          <p:cNvCxnSpPr/>
          <p:nvPr/>
        </p:nvCxnSpPr>
        <p:spPr bwMode="auto">
          <a:xfrm flipH="1">
            <a:off x="345977" y="1985101"/>
            <a:ext cx="2060673" cy="2173484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1" name="直線矢印コネクタ 30"/>
          <p:cNvCxnSpPr/>
          <p:nvPr/>
        </p:nvCxnSpPr>
        <p:spPr bwMode="auto">
          <a:xfrm flipH="1">
            <a:off x="698501" y="1996084"/>
            <a:ext cx="1289049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3" name="直線矢印コネクタ 32"/>
          <p:cNvCxnSpPr/>
          <p:nvPr/>
        </p:nvCxnSpPr>
        <p:spPr bwMode="auto">
          <a:xfrm>
            <a:off x="3168847" y="1996084"/>
            <a:ext cx="4712407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5" name="直線矢印コネクタ 34"/>
          <p:cNvCxnSpPr/>
          <p:nvPr/>
        </p:nvCxnSpPr>
        <p:spPr bwMode="auto">
          <a:xfrm>
            <a:off x="3740347" y="1990592"/>
            <a:ext cx="3181153" cy="215701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38" name="直線矢印コネクタ 37"/>
          <p:cNvCxnSpPr/>
          <p:nvPr/>
        </p:nvCxnSpPr>
        <p:spPr bwMode="auto">
          <a:xfrm>
            <a:off x="4363198" y="2007067"/>
            <a:ext cx="824752" cy="2162501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0" name="直線矢印コネクタ 39"/>
          <p:cNvCxnSpPr>
            <a:endCxn id="5" idx="0"/>
          </p:cNvCxnSpPr>
          <p:nvPr/>
        </p:nvCxnSpPr>
        <p:spPr bwMode="auto">
          <a:xfrm flipH="1">
            <a:off x="4322194" y="1979609"/>
            <a:ext cx="764057" cy="2178976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2" name="直線矢印コネクタ 41"/>
          <p:cNvCxnSpPr/>
          <p:nvPr/>
        </p:nvCxnSpPr>
        <p:spPr bwMode="auto">
          <a:xfrm>
            <a:off x="5749539" y="1990592"/>
            <a:ext cx="490059" cy="215701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4" name="直線矢印コネクタ 43"/>
          <p:cNvCxnSpPr/>
          <p:nvPr/>
        </p:nvCxnSpPr>
        <p:spPr bwMode="auto">
          <a:xfrm flipH="1">
            <a:off x="5959623" y="2007067"/>
            <a:ext cx="172403" cy="2140535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6" name="直線矢印コネクタ 45"/>
          <p:cNvCxnSpPr/>
          <p:nvPr/>
        </p:nvCxnSpPr>
        <p:spPr bwMode="auto">
          <a:xfrm flipH="1">
            <a:off x="4782298" y="2007067"/>
            <a:ext cx="2029293" cy="2140535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48" name="直線矢印コネクタ 47"/>
          <p:cNvCxnSpPr/>
          <p:nvPr/>
        </p:nvCxnSpPr>
        <p:spPr bwMode="auto">
          <a:xfrm flipH="1">
            <a:off x="5668098" y="2007067"/>
            <a:ext cx="1140048" cy="2140535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0" name="直線矢印コネクタ 49"/>
          <p:cNvCxnSpPr/>
          <p:nvPr/>
        </p:nvCxnSpPr>
        <p:spPr bwMode="auto">
          <a:xfrm flipH="1">
            <a:off x="4456018" y="1990592"/>
            <a:ext cx="3071440" cy="2157010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3" name="直線矢印コネクタ 52"/>
          <p:cNvCxnSpPr/>
          <p:nvPr/>
        </p:nvCxnSpPr>
        <p:spPr bwMode="auto">
          <a:xfrm flipH="1">
            <a:off x="3550521" y="1979609"/>
            <a:ext cx="4768480" cy="2167993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5" name="直線矢印コネクタ 54"/>
          <p:cNvCxnSpPr/>
          <p:nvPr/>
        </p:nvCxnSpPr>
        <p:spPr bwMode="auto">
          <a:xfrm flipH="1">
            <a:off x="2406650" y="1968626"/>
            <a:ext cx="6781801" cy="2200942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cxnSp>
        <p:nvCxnSpPr>
          <p:cNvPr id="58" name="直線矢印コネクタ 57"/>
          <p:cNvCxnSpPr/>
          <p:nvPr/>
        </p:nvCxnSpPr>
        <p:spPr bwMode="auto">
          <a:xfrm flipH="1">
            <a:off x="1968903" y="1957643"/>
            <a:ext cx="7752948" cy="2211925"/>
          </a:xfrm>
          <a:prstGeom prst="straightConnector1">
            <a:avLst/>
          </a:prstGeom>
          <a:solidFill>
            <a:srgbClr val="FFFF00"/>
          </a:solidFill>
          <a:ln w="19050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502356489"/>
      </p:ext>
    </p:extLst>
  </p:cSld>
  <p:clrMapOvr>
    <a:masterClrMapping/>
  </p:clrMapOvr>
</p:sld>
</file>

<file path=ppt/theme/theme1.xml><?xml version="1.0" encoding="utf-8"?>
<a:theme xmlns:a="http://schemas.openxmlformats.org/drawingml/2006/main" name="Blueprint">
  <a:themeElements>
    <a:clrScheme name="Blueprint 2">
      <a:dk1>
        <a:srgbClr val="40458C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Blueprint">
      <a:majorFont>
        <a:latin typeface="Tahoma"/>
        <a:ea typeface="ＭＳ Ｐゴシック"/>
        <a:cs typeface=""/>
      </a:majorFont>
      <a:minorFont>
        <a:latin typeface="Tahoma"/>
        <a:ea typeface="ＭＳ Ｐ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ＭＳ Ｐゴシック" pitchFamily="50" charset="-128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00"/>
        </a:solidFill>
        <a:ln w="19050" cap="flat" cmpd="sng" algn="ctr">
          <a:solidFill>
            <a:schemeClr val="tx1"/>
          </a:solidFill>
          <a:prstDash val="solid"/>
          <a:round/>
          <a:headEnd type="none" w="med" len="med"/>
          <a:tailEnd type="triangle" w="lg" len="lg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ja-JP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  <a:ea typeface="ＭＳ Ｐゴシック" pitchFamily="50" charset="-128"/>
          </a:defRPr>
        </a:defPPr>
      </a:lstStyle>
    </a:lnDef>
  </a:objectDefaults>
  <a:extraClrSchemeLst>
    <a:extraClrScheme>
      <a:clrScheme name="Blueprint 1">
        <a:dk1>
          <a:srgbClr val="000000"/>
        </a:dk1>
        <a:lt1>
          <a:srgbClr val="FFFFFF"/>
        </a:lt1>
        <a:dk2>
          <a:srgbClr val="40458C"/>
        </a:dk2>
        <a:lt2>
          <a:srgbClr val="FFFFCC"/>
        </a:lt2>
        <a:accent1>
          <a:srgbClr val="8D8DB3"/>
        </a:accent1>
        <a:accent2>
          <a:srgbClr val="B2B2B2"/>
        </a:accent2>
        <a:accent3>
          <a:srgbClr val="AFB0C5"/>
        </a:accent3>
        <a:accent4>
          <a:srgbClr val="DADADA"/>
        </a:accent4>
        <a:accent5>
          <a:srgbClr val="C5C5D6"/>
        </a:accent5>
        <a:accent6>
          <a:srgbClr val="A1A1A1"/>
        </a:accent6>
        <a:hlink>
          <a:srgbClr val="6F89F7"/>
        </a:hlink>
        <a:folHlink>
          <a:srgbClr val="4F56AD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2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3">
        <a:dk1>
          <a:srgbClr val="000000"/>
        </a:dk1>
        <a:lt1>
          <a:srgbClr val="FFFFFF"/>
        </a:lt1>
        <a:dk2>
          <a:srgbClr val="4D4D4D"/>
        </a:dk2>
        <a:lt2>
          <a:srgbClr val="B2B2B2"/>
        </a:lt2>
        <a:accent1>
          <a:srgbClr val="969696"/>
        </a:accent1>
        <a:accent2>
          <a:srgbClr val="EAEAEA"/>
        </a:accent2>
        <a:accent3>
          <a:srgbClr val="FFFFFF"/>
        </a:accent3>
        <a:accent4>
          <a:srgbClr val="000000"/>
        </a:accent4>
        <a:accent5>
          <a:srgbClr val="C9C9C9"/>
        </a:accent5>
        <a:accent6>
          <a:srgbClr val="D4D4D4"/>
        </a:accent6>
        <a:hlink>
          <a:srgbClr val="7777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4">
        <a:dk1>
          <a:srgbClr val="333300"/>
        </a:dk1>
        <a:lt1>
          <a:srgbClr val="FFFFFF"/>
        </a:lt1>
        <a:dk2>
          <a:srgbClr val="663300"/>
        </a:dk2>
        <a:lt2>
          <a:srgbClr val="B2B2B2"/>
        </a:lt2>
        <a:accent1>
          <a:srgbClr val="DDC6A7"/>
        </a:accent1>
        <a:accent2>
          <a:srgbClr val="D9C167"/>
        </a:accent2>
        <a:accent3>
          <a:srgbClr val="FFFFFF"/>
        </a:accent3>
        <a:accent4>
          <a:srgbClr val="2A2A00"/>
        </a:accent4>
        <a:accent5>
          <a:srgbClr val="EBDFD0"/>
        </a:accent5>
        <a:accent6>
          <a:srgbClr val="C4AF5D"/>
        </a:accent6>
        <a:hlink>
          <a:srgbClr val="8A7A66"/>
        </a:hlink>
        <a:folHlink>
          <a:srgbClr val="C0AE9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ueprint 5">
        <a:dk1>
          <a:srgbClr val="000000"/>
        </a:dk1>
        <a:lt1>
          <a:srgbClr val="FFFFFF"/>
        </a:lt1>
        <a:dk2>
          <a:srgbClr val="003366"/>
        </a:dk2>
        <a:lt2>
          <a:srgbClr val="CCFFCC"/>
        </a:lt2>
        <a:accent1>
          <a:srgbClr val="006699"/>
        </a:accent1>
        <a:accent2>
          <a:srgbClr val="009999"/>
        </a:accent2>
        <a:accent3>
          <a:srgbClr val="AAADB8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99CC"/>
        </a:hlink>
        <a:folHlink>
          <a:srgbClr val="00458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6">
        <a:dk1>
          <a:srgbClr val="000000"/>
        </a:dk1>
        <a:lt1>
          <a:srgbClr val="FFFFFF"/>
        </a:lt1>
        <a:dk2>
          <a:srgbClr val="004A48"/>
        </a:dk2>
        <a:lt2>
          <a:srgbClr val="33CCCC"/>
        </a:lt2>
        <a:accent1>
          <a:srgbClr val="006699"/>
        </a:accent1>
        <a:accent2>
          <a:srgbClr val="009999"/>
        </a:accent2>
        <a:accent3>
          <a:srgbClr val="AAB1B1"/>
        </a:accent3>
        <a:accent4>
          <a:srgbClr val="DADADA"/>
        </a:accent4>
        <a:accent5>
          <a:srgbClr val="AAB8CA"/>
        </a:accent5>
        <a:accent6>
          <a:srgbClr val="008A8A"/>
        </a:accent6>
        <a:hlink>
          <a:srgbClr val="00CC99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7">
        <a:dk1>
          <a:srgbClr val="000000"/>
        </a:dk1>
        <a:lt1>
          <a:srgbClr val="FFFFFF"/>
        </a:lt1>
        <a:dk2>
          <a:srgbClr val="333300"/>
        </a:dk2>
        <a:lt2>
          <a:srgbClr val="FFFFCC"/>
        </a:lt2>
        <a:accent1>
          <a:srgbClr val="CC9900"/>
        </a:accent1>
        <a:accent2>
          <a:srgbClr val="CC6600"/>
        </a:accent2>
        <a:accent3>
          <a:srgbClr val="ADAD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808000"/>
        </a:hlink>
        <a:folHlink>
          <a:srgbClr val="525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ueprint 8">
        <a:dk1>
          <a:srgbClr val="003D62"/>
        </a:dk1>
        <a:lt1>
          <a:srgbClr val="FFFFFF"/>
        </a:lt1>
        <a:dk2>
          <a:srgbClr val="006699"/>
        </a:dk2>
        <a:lt2>
          <a:srgbClr val="C8D1DA"/>
        </a:lt2>
        <a:accent1>
          <a:srgbClr val="9AC0EA"/>
        </a:accent1>
        <a:accent2>
          <a:srgbClr val="80C3C8"/>
        </a:accent2>
        <a:accent3>
          <a:srgbClr val="FFFFFF"/>
        </a:accent3>
        <a:accent4>
          <a:srgbClr val="003353"/>
        </a:accent4>
        <a:accent5>
          <a:srgbClr val="CADCF3"/>
        </a:accent5>
        <a:accent6>
          <a:srgbClr val="73B0B5"/>
        </a:accent6>
        <a:hlink>
          <a:srgbClr val="81ABCB"/>
        </a:hlink>
        <a:folHlink>
          <a:srgbClr val="B6CBD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1367</TotalTime>
  <Words>1212</Words>
  <Application>Microsoft Office PowerPoint</Application>
  <PresentationFormat>A4 210 x 297 mm</PresentationFormat>
  <Paragraphs>470</Paragraphs>
  <Slides>8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8</vt:i4>
      </vt:variant>
    </vt:vector>
  </HeadingPairs>
  <TitlesOfParts>
    <vt:vector size="16" baseType="lpstr">
      <vt:lpstr>Ariral</vt:lpstr>
      <vt:lpstr>ＭＳ Ｐゴシック</vt:lpstr>
      <vt:lpstr>游ゴシック</vt:lpstr>
      <vt:lpstr>Arial</vt:lpstr>
      <vt:lpstr>Tahoma</vt:lpstr>
      <vt:lpstr>Times New Roman</vt:lpstr>
      <vt:lpstr>Wingdings</vt:lpstr>
      <vt:lpstr>Blueprint</vt:lpstr>
      <vt:lpstr>Assignment (Matsumoto)</vt:lpstr>
      <vt:lpstr>PowerPoint プレゼンテーション</vt:lpstr>
      <vt:lpstr>PowerPoint プレゼンテーション</vt:lpstr>
      <vt:lpstr>CKY Parsing for “the boy hits the dog with a rod” (Initial state)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Assignment (Matsumoto)</dc:title>
  <dc:creator>Owner</dc:creator>
  <cp:lastModifiedBy>Yuma Kikutani</cp:lastModifiedBy>
  <cp:revision>169</cp:revision>
  <dcterms:created xsi:type="dcterms:W3CDTF">2017-10-18T14:21:52Z</dcterms:created>
  <dcterms:modified xsi:type="dcterms:W3CDTF">2017-12-20T11:44:56Z</dcterms:modified>
</cp:coreProperties>
</file>